
<file path=[Content_Types].xml><?xml version="1.0" encoding="utf-8"?>
<Types xmlns="http://schemas.openxmlformats.org/package/2006/content-types">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6.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2.xml"/>
  <Override ContentType="application/vnd.openxmlformats-officedocument.presentationml.notesSlide+xml" PartName="/ppt/notesSlides/notesSlide5.xml"/>
  <Override ContentType="application/vnd.openxmlformats-officedocument.presentationml.notesSlide+xml" PartName="/ppt/notesSlides/notesSlide4.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xml"/>
  <Override ContentType="application/vnd.openxmlformats-officedocument.presentationml.slide+xml" PartName="/ppt/slides/slide2.xml"/>
  <Override ContentType="application/vnd.openxmlformats-officedocument.presentationml.slide+xml" PartName="/ppt/slides/slide3.xml"/>
  <Override ContentType="application/vnd.openxmlformats-officedocument.presentationml.slide+xml" PartName="/ppt/slides/slide6.xml"/>
  <Override ContentType="application/vnd.openxmlformats-officedocument.presentationml.slide+xml" PartName="/ppt/slides/slide5.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2.xml"/>
  <Override ContentType="application/vnd.openxmlformats-officedocument.theme+xml" PartName="/ppt/theme/theme1.xml"/>
  <Override ContentType="application/vnd.openxmlformats-officedocument.theme+xml" PartName="/ppt/theme/theme2.xml"/>
  <Override ContentType="application/vnd.openxmlformats-officedocument.presentationml.viewProps+xml" PartName="/ppt/viewProps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showSpecialPlsOnTitleSld="0">
  <p:sldMasterIdLst>
    <p:sldMasterId id="2147483659" r:id="rId4"/>
  </p:sldMasterIdLst>
  <p:notesMasterIdLst>
    <p:notesMasterId r:id="rId5"/>
  </p:notesMasterIdLst>
  <p:sldIdLst>
    <p:sldId id="256" r:id="rId6"/>
    <p:sldId id="257" r:id="rId7"/>
    <p:sldId id="258" r:id="rId8"/>
    <p:sldId id="259" r:id="rId9"/>
    <p:sldId id="260" r:id="rId10"/>
    <p:sldId id="261" r:id="rId11"/>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160">
          <p15:clr>
            <a:srgbClr val="A4A3A4"/>
          </p15:clr>
        </p15:guide>
        <p15:guide id="2" pos="3840">
          <p15:clr>
            <a:srgbClr val="A4A3A4"/>
          </p15:clr>
        </p15:guide>
      </p15:sldGuideLst>
    </p:ext>
  </p:extLst>
</p:presentation>
</file>

<file path=ppt/presProps2.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2.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160" orient="horz"/>
        <p:guide pos="384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viewProps" Target="viewProps2.xml"/><Relationship Id="rId3" Type="http://schemas.openxmlformats.org/officeDocument/2006/relationships/presProps" Target="presProps2.xml"/><Relationship Id="rId4" Type="http://schemas.openxmlformats.org/officeDocument/2006/relationships/slideMaster" Target="slideMasters/slideMaster1.xml"/><Relationship Id="rId11" Type="http://schemas.openxmlformats.org/officeDocument/2006/relationships/slide" Target="slides/slide6.xml"/><Relationship Id="rId10" Type="http://schemas.openxmlformats.org/officeDocument/2006/relationships/slide" Target="slides/slide5.xml"/><Relationship Id="rId9" Type="http://schemas.openxmlformats.org/officeDocument/2006/relationships/slide" Target="slides/slide4.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7200"/>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7200"/>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343400"/>
            <a:ext cx="5486400" cy="411480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36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36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36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36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36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7200"/>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7200"/>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4" name="Shape 84"/>
        <p:cNvGrpSpPr/>
        <p:nvPr/>
      </p:nvGrpSpPr>
      <p:grpSpPr>
        <a:xfrm>
          <a:off x="0" y="0"/>
          <a:ext cx="0" cy="0"/>
          <a:chOff x="0" y="0"/>
          <a:chExt cx="0" cy="0"/>
        </a:xfrm>
      </p:grpSpPr>
      <p:sp>
        <p:nvSpPr>
          <p:cNvPr id="85" name="Google Shape;85;p1: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6" name="Google Shape;86;p1:notes"/>
          <p:cNvSpPr txBox="1"/>
          <p:nvPr>
            <p:ph idx="1" type="body"/>
          </p:nvPr>
        </p:nvSpPr>
        <p:spPr>
          <a:xfrm>
            <a:off x="685800" y="4343400"/>
            <a:ext cx="5486400" cy="41148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sz="1200">
                <a:solidFill>
                  <a:schemeClr val="dk1"/>
                </a:solidFill>
                <a:latin typeface="Calibri"/>
                <a:ea typeface="Calibri"/>
                <a:cs typeface="Calibri"/>
                <a:sym typeface="Calibri"/>
              </a:rPr>
              <a:t>OPEN (20s). Good morning. We are Team ZeroCloud, presenting problem statement SIH26119 from Mangalore Refinery and Petrochemicals: an indigenous optimisation solver.</a:t>
            </a:r>
            <a:endParaRPr/>
          </a:p>
          <a:p>
            <a:pPr indent="0" lvl="0" marL="0" rtl="0" algn="l">
              <a:spcBef>
                <a:spcPts val="0"/>
              </a:spcBef>
              <a:spcAft>
                <a:spcPts val="0"/>
              </a:spcAft>
              <a:buNone/>
            </a:pPr>
            <a:r>
              <a:rPr lang="en-US" sz="1200">
                <a:solidFill>
                  <a:schemeClr val="dk1"/>
                </a:solidFill>
                <a:latin typeface="Calibri"/>
                <a:ea typeface="Calibri"/>
                <a:cs typeface="Calibri"/>
                <a:sym typeface="Calibri"/>
              </a:rPr>
              <a:t>The title is copied exactly as the portal lists it, including its spelling of Xpress and CPLEX.</a:t>
            </a:r>
            <a:endParaRPr/>
          </a:p>
          <a:p>
            <a:pPr indent="0" lvl="0" marL="0" rtl="0" algn="l">
              <a:spcBef>
                <a:spcPts val="0"/>
              </a:spcBef>
              <a:spcAft>
                <a:spcPts val="0"/>
              </a:spcAft>
              <a:buNone/>
            </a:pPr>
            <a:r>
              <a:rPr lang="en-US" sz="1200">
                <a:solidFill>
                  <a:schemeClr val="dk1"/>
                </a:solidFill>
                <a:latin typeface="Calibri"/>
                <a:ea typeface="Calibri"/>
                <a:cs typeface="Calibri"/>
                <a:sym typeface="Calibri"/>
              </a:rPr>
              <a:t>One line: every refinery plan, blend and schedule in India runs on a handful of foreign solvers nobody here can inspect. We wrote the engine itself, from the mathematics up.</a:t>
            </a:r>
            <a:endParaRPr/>
          </a:p>
          <a:p>
            <a:pPr indent="0" lvl="0" marL="0" rtl="0" algn="l">
              <a:spcBef>
                <a:spcPts val="0"/>
              </a:spcBef>
              <a:spcAft>
                <a:spcPts val="0"/>
              </a:spcAft>
              <a:buNone/>
            </a:pPr>
            <a:r>
              <a:rPr lang="en-US" sz="1200">
                <a:solidFill>
                  <a:schemeClr val="dk1"/>
                </a:solidFill>
                <a:latin typeface="Calibri"/>
                <a:ea typeface="Calibri"/>
                <a:cs typeface="Calibri"/>
                <a:sym typeface="Calibri"/>
              </a:rPr>
              <a:t>Do not read this slide. Move straight on.</a:t>
            </a:r>
            <a:endParaRPr/>
          </a:p>
        </p:txBody>
      </p:sp>
      <p:sp>
        <p:nvSpPr>
          <p:cNvPr id="87" name="Google Shape;87;p1:notes"/>
          <p:cNvSpPr txBox="1"/>
          <p:nvPr>
            <p:ph idx="12" type="sldNum"/>
          </p:nvPr>
        </p:nvSpPr>
        <p:spPr>
          <a:xfrm>
            <a:off x="3884613" y="8685213"/>
            <a:ext cx="2971800" cy="4572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 name="Shape 96"/>
        <p:cNvGrpSpPr/>
        <p:nvPr/>
      </p:nvGrpSpPr>
      <p:grpSpPr>
        <a:xfrm>
          <a:off x="0" y="0"/>
          <a:ext cx="0" cy="0"/>
          <a:chOff x="0" y="0"/>
          <a:chExt cx="0" cy="0"/>
        </a:xfrm>
      </p:grpSpPr>
      <p:sp>
        <p:nvSpPr>
          <p:cNvPr id="97" name="Google Shape;97;p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miter lim="8000"/>
            <a:headEnd len="sm" w="sm" type="none"/>
            <a:tailEnd len="sm" w="sm" type="none"/>
          </a:ln>
        </p:spPr>
      </p:sp>
      <p:sp>
        <p:nvSpPr>
          <p:cNvPr id="98" name="Google Shape;98;p2:notes"/>
          <p:cNvSpPr txBox="1"/>
          <p:nvPr>
            <p:ph idx="1" type="body"/>
          </p:nvPr>
        </p:nvSpPr>
        <p:spPr>
          <a:xfrm>
            <a:off x="685800" y="4343400"/>
            <a:ext cx="5486400" cy="41148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sz="1200">
                <a:solidFill>
                  <a:schemeClr val="dk1"/>
                </a:solidFill>
                <a:latin typeface="Calibri"/>
                <a:ea typeface="Calibri"/>
                <a:cs typeface="Calibri"/>
                <a:sym typeface="Calibri"/>
              </a:rPr>
              <a:t>THE IDEA (60s). Start from the dependency, not the code: crude selection, blending and scheduling at MRPL run through CPLEX, Gurobi or Xpress. Recurring cost, and nobody here can see inside.</a:t>
            </a:r>
            <a:endParaRPr/>
          </a:p>
          <a:p>
            <a:pPr indent="0" lvl="0" marL="0" rtl="0" algn="l">
              <a:spcBef>
                <a:spcPts val="0"/>
              </a:spcBef>
              <a:spcAft>
                <a:spcPts val="0"/>
              </a:spcAft>
              <a:buNone/>
            </a:pPr>
            <a:r>
              <a:rPr lang="en-US" sz="1200">
                <a:solidFill>
                  <a:schemeClr val="dk1"/>
                </a:solidFill>
                <a:latin typeface="Calibri"/>
                <a:ea typeface="Calibri"/>
                <a:cs typeface="Calibri"/>
                <a:sym typeface="Calibri"/>
              </a:rPr>
              <a:t>Then the proof it is real: the dual simplex solves all 90 Netlib LPs, branch-and-bound proves 33 of 64 MIPLIB problems optimal in 60 seconds, and the QP solver handles 121 of 138 Maros-Meszaros problems. No solver library is inside.</a:t>
            </a:r>
            <a:endParaRPr/>
          </a:p>
          <a:p>
            <a:pPr indent="0" lvl="0" marL="0" rtl="0" algn="l">
              <a:spcBef>
                <a:spcPts val="0"/>
              </a:spcBef>
              <a:spcAft>
                <a:spcPts val="0"/>
              </a:spcAft>
              <a:buNone/>
            </a:pPr>
            <a:r>
              <a:rPr lang="en-US" sz="1200">
                <a:solidFill>
                  <a:schemeClr val="dk1"/>
                </a:solidFill>
                <a:latin typeface="Calibri"/>
                <a:ea typeface="Calibri"/>
                <a:cs typeface="Calibri"/>
                <a:sym typeface="Calibri"/>
              </a:rPr>
              <a:t>Spend the time on claim 1: every factorisation is ours, so the whole decision path is auditable.</a:t>
            </a:r>
            <a:endParaRPr/>
          </a:p>
          <a:p>
            <a:pPr indent="0" lvl="0" marL="0" rtl="0" algn="l">
              <a:spcBef>
                <a:spcPts val="0"/>
              </a:spcBef>
              <a:spcAft>
                <a:spcPts val="0"/>
              </a:spcAft>
              <a:buNone/>
            </a:pPr>
            <a:r>
              <a:rPr lang="en-US" sz="1200">
                <a:solidFill>
                  <a:schemeClr val="dk1"/>
                </a:solidFill>
                <a:latin typeface="Calibri"/>
                <a:ea typeface="Calibri"/>
                <a:cs typeface="Calibri"/>
                <a:sym typeface="Calibri"/>
              </a:rPr>
              <a:t>If asked about speed: it is slower than HiGHS today; the iteration loop is now compiled and the linear algebra is next. Say it plainly.</a:t>
            </a:r>
            <a:endParaRPr/>
          </a:p>
        </p:txBody>
      </p:sp>
      <p:sp>
        <p:nvSpPr>
          <p:cNvPr id="99" name="Google Shape;99;p2:notes"/>
          <p:cNvSpPr txBox="1"/>
          <p:nvPr>
            <p:ph idx="12" type="sldNum"/>
          </p:nvPr>
        </p:nvSpPr>
        <p:spPr>
          <a:xfrm>
            <a:off x="3884613" y="8685213"/>
            <a:ext cx="2971800" cy="4572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6" name="Shape 116"/>
        <p:cNvGrpSpPr/>
        <p:nvPr/>
      </p:nvGrpSpPr>
      <p:grpSpPr>
        <a:xfrm>
          <a:off x="0" y="0"/>
          <a:ext cx="0" cy="0"/>
          <a:chOff x="0" y="0"/>
          <a:chExt cx="0" cy="0"/>
        </a:xfrm>
      </p:grpSpPr>
      <p:sp>
        <p:nvSpPr>
          <p:cNvPr id="117" name="Google Shape;117;p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miter lim="8000"/>
            <a:headEnd len="sm" w="sm" type="none"/>
            <a:tailEnd len="sm" w="sm" type="none"/>
          </a:ln>
        </p:spPr>
      </p:sp>
      <p:sp>
        <p:nvSpPr>
          <p:cNvPr id="118" name="Google Shape;118;p3:notes"/>
          <p:cNvSpPr txBox="1"/>
          <p:nvPr>
            <p:ph idx="1" type="body"/>
          </p:nvPr>
        </p:nvSpPr>
        <p:spPr>
          <a:xfrm>
            <a:off x="685800" y="4343400"/>
            <a:ext cx="5486400" cy="41148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sz="1200">
                <a:solidFill>
                  <a:schemeClr val="dk1"/>
                </a:solidFill>
                <a:latin typeface="Calibri"/>
                <a:ea typeface="Calibri"/>
                <a:cs typeface="Calibri"/>
                <a:sym typeface="Calibri"/>
              </a:rPr>
              <a:t>TECHNICAL APPROACH (75s). Walk the stack top to bottom, one sentence per layer.</a:t>
            </a:r>
            <a:endParaRPr/>
          </a:p>
          <a:p>
            <a:pPr indent="0" lvl="0" marL="0" rtl="0" algn="l">
              <a:spcBef>
                <a:spcPts val="0"/>
              </a:spcBef>
              <a:spcAft>
                <a:spcPts val="0"/>
              </a:spcAft>
              <a:buNone/>
            </a:pPr>
            <a:r>
              <a:rPr lang="en-US" sz="1200">
                <a:solidFill>
                  <a:schemeClr val="dk1"/>
                </a:solidFill>
                <a:latin typeface="Calibri"/>
                <a:ea typeface="Calibri"/>
                <a:cs typeface="Calibri"/>
                <a:sym typeface="Calibri"/>
              </a:rPr>
              <a:t>The argument: the problem statement forbids building on an existing solver, so the places where solvers usually borrow code, the sparse LU, the Cholesky and the orderings, are exactly the ones we wrote.</a:t>
            </a:r>
            <a:endParaRPr/>
          </a:p>
          <a:p>
            <a:pPr indent="0" lvl="0" marL="0" rtl="0" algn="l">
              <a:spcBef>
                <a:spcPts val="0"/>
              </a:spcBef>
              <a:spcAft>
                <a:spcPts val="0"/>
              </a:spcAft>
              <a:buNone/>
            </a:pPr>
            <a:r>
              <a:rPr lang="en-US" sz="1200">
                <a:solidFill>
                  <a:schemeClr val="dk1"/>
                </a:solidFill>
                <a:latin typeface="Calibri"/>
                <a:ea typeface="Calibri"/>
                <a:cs typeface="Calibri"/>
                <a:sym typeface="Calibri"/>
              </a:rPr>
              <a:t>Why three LP engines: simplex gives exact vertices and warm starts for branch-and-bound; interior point is robust on large sparse problems and is the basis of the QP solver; PDLP needs only matrix-vector products, which is what a GPU does well.</a:t>
            </a:r>
            <a:endParaRPr/>
          </a:p>
          <a:p>
            <a:pPr indent="0" lvl="0" marL="0" rtl="0" algn="l">
              <a:spcBef>
                <a:spcPts val="0"/>
              </a:spcBef>
              <a:spcAft>
                <a:spcPts val="0"/>
              </a:spcAft>
              <a:buNone/>
            </a:pPr>
            <a:r>
              <a:rPr lang="en-US" sz="1200">
                <a:solidFill>
                  <a:schemeClr val="dk1"/>
                </a:solidFill>
                <a:latin typeface="Calibri"/>
                <a:ea typeface="Calibri"/>
                <a:cs typeface="Calibri"/>
                <a:sym typeface="Calibri"/>
              </a:rPr>
              <a:t>Finish on the verification plane and the demo: every answer is re-solved by HiGHS or Clarabel.</a:t>
            </a:r>
            <a:endParaRPr/>
          </a:p>
        </p:txBody>
      </p:sp>
      <p:sp>
        <p:nvSpPr>
          <p:cNvPr id="119" name="Google Shape;119;p3:notes"/>
          <p:cNvSpPr txBox="1"/>
          <p:nvPr>
            <p:ph idx="12" type="sldNum"/>
          </p:nvPr>
        </p:nvSpPr>
        <p:spPr>
          <a:xfrm>
            <a:off x="3884613" y="8685213"/>
            <a:ext cx="2971800" cy="4572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4" name="Shape 144"/>
        <p:cNvGrpSpPr/>
        <p:nvPr/>
      </p:nvGrpSpPr>
      <p:grpSpPr>
        <a:xfrm>
          <a:off x="0" y="0"/>
          <a:ext cx="0" cy="0"/>
          <a:chOff x="0" y="0"/>
          <a:chExt cx="0" cy="0"/>
        </a:xfrm>
      </p:grpSpPr>
      <p:sp>
        <p:nvSpPr>
          <p:cNvPr id="145" name="Google Shape;145;p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miter lim="8000"/>
            <a:headEnd len="sm" w="sm" type="none"/>
            <a:tailEnd len="sm" w="sm" type="none"/>
          </a:ln>
        </p:spPr>
      </p:sp>
      <p:sp>
        <p:nvSpPr>
          <p:cNvPr id="146" name="Google Shape;146;p4:notes"/>
          <p:cNvSpPr txBox="1"/>
          <p:nvPr>
            <p:ph idx="1" type="body"/>
          </p:nvPr>
        </p:nvSpPr>
        <p:spPr>
          <a:xfrm>
            <a:off x="685800" y="4343400"/>
            <a:ext cx="5486400" cy="41148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sz="1200">
                <a:solidFill>
                  <a:schemeClr val="dk1"/>
                </a:solidFill>
                <a:latin typeface="Calibri"/>
                <a:ea typeface="Calibri"/>
                <a:cs typeface="Calibri"/>
                <a:sym typeface="Calibri"/>
              </a:rPr>
              <a:t>FEASIBILITY (45s). Left: it already runs, the maths is published, the licence is clean, the benchmarks are honest.</a:t>
            </a:r>
            <a:endParaRPr/>
          </a:p>
          <a:p>
            <a:pPr indent="0" lvl="0" marL="0" rtl="0" algn="l">
              <a:spcBef>
                <a:spcPts val="0"/>
              </a:spcBef>
              <a:spcAft>
                <a:spcPts val="0"/>
              </a:spcAft>
              <a:buNone/>
            </a:pPr>
            <a:r>
              <a:rPr lang="en-US" sz="1200">
                <a:solidFill>
                  <a:schemeClr val="dk1"/>
                </a:solidFill>
                <a:latin typeface="Calibri"/>
                <a:ea typeface="Calibri"/>
                <a:cs typeface="Calibri"/>
                <a:sym typeface="Calibri"/>
              </a:rPr>
              <a:t>Right: pick two risks. Speed against commercial solvers (compiled loop done, linear algebra next) and whether it is really from scratch (open the LU kernel live, there is no solver import).</a:t>
            </a:r>
            <a:endParaRPr/>
          </a:p>
          <a:p>
            <a:pPr indent="0" lvl="0" marL="0" rtl="0" algn="l">
              <a:spcBef>
                <a:spcPts val="0"/>
              </a:spcBef>
              <a:spcAft>
                <a:spcPts val="0"/>
              </a:spcAft>
              <a:buNone/>
            </a:pPr>
            <a:r>
              <a:rPr lang="en-US" sz="1200">
                <a:solidFill>
                  <a:schemeClr val="dk1"/>
                </a:solidFill>
                <a:latin typeface="Calibri"/>
                <a:ea typeface="Calibri"/>
                <a:cs typeface="Calibri"/>
                <a:sym typeface="Calibri"/>
              </a:rPr>
              <a:t>The roadmap shows what the remaining weeks buy.</a:t>
            </a:r>
            <a:endParaRPr/>
          </a:p>
        </p:txBody>
      </p:sp>
      <p:sp>
        <p:nvSpPr>
          <p:cNvPr id="147" name="Google Shape;147;p4:notes"/>
          <p:cNvSpPr txBox="1"/>
          <p:nvPr>
            <p:ph idx="12" type="sldNum"/>
          </p:nvPr>
        </p:nvSpPr>
        <p:spPr>
          <a:xfrm>
            <a:off x="3884613" y="8685213"/>
            <a:ext cx="2971800" cy="457200"/>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200"/>
              <a:buFont typeface="Calibri"/>
              <a:buNone/>
            </a:pPr>
            <a:fld id="{00000000-1234-1234-1234-123412341234}" type="slidenum">
              <a:rPr b="0" i="0" lang="en-US" sz="1200" u="none" cap="none" strike="noStrike">
                <a:solidFill>
                  <a:srgbClr val="000000"/>
                </a:solidFill>
                <a:latin typeface="Calibri"/>
                <a:ea typeface="Calibri"/>
                <a:cs typeface="Calibri"/>
                <a:sym typeface="Calibri"/>
              </a:rPr>
              <a:t>‹#›</a:t>
            </a:fld>
            <a:endParaRPr b="0" i="0" sz="1200" u="none" cap="none" strike="noStrike">
              <a:solidFill>
                <a:srgbClr val="000000"/>
              </a:solidFill>
              <a:latin typeface="Calibri"/>
              <a:ea typeface="Calibri"/>
              <a:cs typeface="Calibri"/>
              <a:sym typeface="Calibri"/>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9" name="Shape 169"/>
        <p:cNvGrpSpPr/>
        <p:nvPr/>
      </p:nvGrpSpPr>
      <p:grpSpPr>
        <a:xfrm>
          <a:off x="0" y="0"/>
          <a:ext cx="0" cy="0"/>
          <a:chOff x="0" y="0"/>
          <a:chExt cx="0" cy="0"/>
        </a:xfrm>
      </p:grpSpPr>
      <p:sp>
        <p:nvSpPr>
          <p:cNvPr id="170" name="Google Shape;170;p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miter lim="8000"/>
            <a:headEnd len="sm" w="sm" type="none"/>
            <a:tailEnd len="sm" w="sm" type="none"/>
          </a:ln>
        </p:spPr>
      </p:sp>
      <p:sp>
        <p:nvSpPr>
          <p:cNvPr id="171" name="Google Shape;171;p5:notes"/>
          <p:cNvSpPr txBox="1"/>
          <p:nvPr>
            <p:ph idx="1" type="body"/>
          </p:nvPr>
        </p:nvSpPr>
        <p:spPr>
          <a:xfrm>
            <a:off x="685800" y="4343400"/>
            <a:ext cx="5486400" cy="41148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sz="1200">
                <a:solidFill>
                  <a:schemeClr val="dk1"/>
                </a:solidFill>
                <a:latin typeface="Calibri"/>
                <a:ea typeface="Calibri"/>
                <a:cs typeface="Calibri"/>
                <a:sym typeface="Calibri"/>
              </a:rPr>
              <a:t>IMPACT (35s). Pick three cards. Operational: MRPL's own planning models on hardware it owns, with shadow prices it can audit. Economic: no per-seat licence. Strategic: the decision engine behind critical energy infrastructure becomes Indian code; China made this move with COPT.</a:t>
            </a:r>
            <a:endParaRPr/>
          </a:p>
          <a:p>
            <a:pPr indent="0" lvl="0" marL="0" rtl="0" algn="l">
              <a:spcBef>
                <a:spcPts val="0"/>
              </a:spcBef>
              <a:spcAft>
                <a:spcPts val="0"/>
              </a:spcAft>
              <a:buNone/>
            </a:pPr>
            <a:r>
              <a:rPr lang="en-US" sz="1200">
                <a:solidFill>
                  <a:schemeClr val="dk1"/>
                </a:solidFill>
                <a:latin typeface="Calibri"/>
                <a:ea typeface="Calibri"/>
                <a:cs typeface="Calibri"/>
                <a:sym typeface="Calibri"/>
              </a:rPr>
              <a:t>Close on transferability to every refinery and utility.</a:t>
            </a:r>
            <a:endParaRPr/>
          </a:p>
        </p:txBody>
      </p:sp>
      <p:sp>
        <p:nvSpPr>
          <p:cNvPr id="172" name="Google Shape;172;p5:notes"/>
          <p:cNvSpPr txBox="1"/>
          <p:nvPr>
            <p:ph idx="12" type="sldNum"/>
          </p:nvPr>
        </p:nvSpPr>
        <p:spPr>
          <a:xfrm>
            <a:off x="3884613" y="8685213"/>
            <a:ext cx="2971800" cy="457200"/>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200"/>
              <a:buFont typeface="Calibri"/>
              <a:buNone/>
            </a:pPr>
            <a:fld id="{00000000-1234-1234-1234-123412341234}" type="slidenum">
              <a:rPr b="0" i="0" lang="en-US" sz="1200" u="none" cap="none" strike="noStrike">
                <a:solidFill>
                  <a:srgbClr val="000000"/>
                </a:solidFill>
                <a:latin typeface="Calibri"/>
                <a:ea typeface="Calibri"/>
                <a:cs typeface="Calibri"/>
                <a:sym typeface="Calibri"/>
              </a:rPr>
              <a:t>‹#›</a:t>
            </a:fld>
            <a:endParaRPr b="0" i="0" sz="1200" u="none" cap="none" strike="noStrike">
              <a:solidFill>
                <a:srgbClr val="000000"/>
              </a:solidFill>
              <a:latin typeface="Calibri"/>
              <a:ea typeface="Calibri"/>
              <a:cs typeface="Calibri"/>
              <a:sym typeface="Calibri"/>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7" name="Shape 187"/>
        <p:cNvGrpSpPr/>
        <p:nvPr/>
      </p:nvGrpSpPr>
      <p:grpSpPr>
        <a:xfrm>
          <a:off x="0" y="0"/>
          <a:ext cx="0" cy="0"/>
          <a:chOff x="0" y="0"/>
          <a:chExt cx="0" cy="0"/>
        </a:xfrm>
      </p:grpSpPr>
      <p:sp>
        <p:nvSpPr>
          <p:cNvPr id="188" name="Google Shape;188;p6: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miter lim="8000"/>
            <a:headEnd len="sm" w="sm" type="none"/>
            <a:tailEnd len="sm" w="sm" type="none"/>
          </a:ln>
        </p:spPr>
      </p:sp>
      <p:sp>
        <p:nvSpPr>
          <p:cNvPr id="189" name="Google Shape;189;p6:notes"/>
          <p:cNvSpPr txBox="1"/>
          <p:nvPr>
            <p:ph idx="1" type="body"/>
          </p:nvPr>
        </p:nvSpPr>
        <p:spPr>
          <a:xfrm>
            <a:off x="685800" y="4343400"/>
            <a:ext cx="5486400" cy="41148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sz="1200">
                <a:solidFill>
                  <a:schemeClr val="dk1"/>
                </a:solidFill>
                <a:latin typeface="Calibri"/>
                <a:ea typeface="Calibri"/>
                <a:cs typeface="Calibri"/>
                <a:sym typeface="Calibri"/>
              </a:rPr>
              <a:t>RESEARCH (25s, then stop). Do not read citations.</a:t>
            </a:r>
            <a:endParaRPr/>
          </a:p>
          <a:p>
            <a:pPr indent="0" lvl="0" marL="0" rtl="0" algn="l">
              <a:spcBef>
                <a:spcPts val="0"/>
              </a:spcBef>
              <a:spcAft>
                <a:spcPts val="0"/>
              </a:spcAft>
              <a:buNone/>
            </a:pPr>
            <a:r>
              <a:rPr lang="en-US" sz="1200">
                <a:solidFill>
                  <a:schemeClr val="dk1"/>
                </a:solidFill>
                <a:latin typeface="Calibri"/>
                <a:ea typeface="Calibri"/>
                <a:cs typeface="Calibri"/>
                <a:sym typeface="Calibri"/>
              </a:rPr>
              <a:t>Say: our interior point follows Mehrotra's predictor-corrector; our GPU engine follows PDLP and cuPDLP; everything else on this slide maps one-to-one onto a layer in the architecture.</a:t>
            </a:r>
            <a:endParaRPr/>
          </a:p>
          <a:p>
            <a:pPr indent="0" lvl="0" marL="0" rtl="0" algn="l">
              <a:spcBef>
                <a:spcPts val="0"/>
              </a:spcBef>
              <a:spcAft>
                <a:spcPts val="0"/>
              </a:spcAft>
              <a:buNone/>
            </a:pPr>
            <a:r>
              <a:rPr lang="en-US" sz="1200">
                <a:solidFill>
                  <a:schemeClr val="dk1"/>
                </a:solidFill>
                <a:latin typeface="Calibri"/>
                <a:ea typeface="Calibri"/>
                <a:cs typeface="Calibri"/>
                <a:sym typeface="Calibri"/>
              </a:rPr>
              <a:t>Then: HiGHS and Clarabel appear only in our test harness, never in the solver. Leave time for questions.</a:t>
            </a:r>
            <a:endParaRPr/>
          </a:p>
        </p:txBody>
      </p:sp>
      <p:sp>
        <p:nvSpPr>
          <p:cNvPr id="190" name="Google Shape;190;p6:notes"/>
          <p:cNvSpPr txBox="1"/>
          <p:nvPr>
            <p:ph idx="12" type="sldNum"/>
          </p:nvPr>
        </p:nvSpPr>
        <p:spPr>
          <a:xfrm>
            <a:off x="3884613" y="8685213"/>
            <a:ext cx="2971800" cy="457200"/>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200"/>
              <a:buFont typeface="Calibri"/>
              <a:buNone/>
            </a:pPr>
            <a:fld id="{00000000-1234-1234-1234-123412341234}" type="slidenum">
              <a:rPr b="0" i="0" lang="en-US" sz="1200" u="none" cap="none" strike="noStrike">
                <a:solidFill>
                  <a:srgbClr val="000000"/>
                </a:solidFill>
                <a:latin typeface="Calibri"/>
                <a:ea typeface="Calibri"/>
                <a:cs typeface="Calibri"/>
                <a:sym typeface="Calibri"/>
              </a:rPr>
              <a:t>‹#›</a:t>
            </a:fld>
            <a:endParaRPr b="0" i="0" sz="1200" u="none" cap="none" strike="noStrike">
              <a:solidFill>
                <a:srgbClr val="000000"/>
              </a:solidFill>
              <a:latin typeface="Calibri"/>
              <a:ea typeface="Calibri"/>
              <a:cs typeface="Calibri"/>
              <a:sym typeface="Calibri"/>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15" name="Shape 15"/>
        <p:cNvGrpSpPr/>
        <p:nvPr/>
      </p:nvGrpSpPr>
      <p:grpSpPr>
        <a:xfrm>
          <a:off x="0" y="0"/>
          <a:ext cx="0" cy="0"/>
          <a:chOff x="0" y="0"/>
          <a:chExt cx="0" cy="0"/>
        </a:xfrm>
      </p:grpSpPr>
      <p:sp>
        <p:nvSpPr>
          <p:cNvPr id="16" name="Google Shape;16;p2"/>
          <p:cNvSpPr txBox="1"/>
          <p:nvPr>
            <p:ph type="ctrTitle"/>
          </p:nvPr>
        </p:nvSpPr>
        <p:spPr>
          <a:xfrm>
            <a:off x="914400" y="2130428"/>
            <a:ext cx="10363200" cy="14700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ctr">
              <a:spcBef>
                <a:spcPts val="0"/>
              </a:spcBef>
              <a:spcAft>
                <a:spcPts val="0"/>
              </a:spcAft>
              <a:buSzPts val="1400"/>
              <a:buNone/>
              <a:defRPr/>
            </a:lvl2pPr>
            <a:lvl3pPr lvl="2" algn="ctr">
              <a:spcBef>
                <a:spcPts val="0"/>
              </a:spcBef>
              <a:spcAft>
                <a:spcPts val="0"/>
              </a:spcAft>
              <a:buSzPts val="1400"/>
              <a:buNone/>
              <a:defRPr/>
            </a:lvl3pPr>
            <a:lvl4pPr lvl="3" algn="ctr">
              <a:spcBef>
                <a:spcPts val="0"/>
              </a:spcBef>
              <a:spcAft>
                <a:spcPts val="0"/>
              </a:spcAft>
              <a:buSzPts val="1400"/>
              <a:buNone/>
              <a:defRPr/>
            </a:lvl4pPr>
            <a:lvl5pPr lvl="4" algn="ctr">
              <a:spcBef>
                <a:spcPts val="0"/>
              </a:spcBef>
              <a:spcAft>
                <a:spcPts val="0"/>
              </a:spcAft>
              <a:buSzPts val="1400"/>
              <a:buNone/>
              <a:defRPr/>
            </a:lvl5pPr>
            <a:lvl6pPr lvl="5" algn="ctr">
              <a:spcBef>
                <a:spcPts val="0"/>
              </a:spcBef>
              <a:spcAft>
                <a:spcPts val="0"/>
              </a:spcAft>
              <a:buSzPts val="1400"/>
              <a:buNone/>
              <a:defRPr/>
            </a:lvl6pPr>
            <a:lvl7pPr lvl="6" algn="ctr">
              <a:spcBef>
                <a:spcPts val="0"/>
              </a:spcBef>
              <a:spcAft>
                <a:spcPts val="0"/>
              </a:spcAft>
              <a:buSzPts val="1400"/>
              <a:buNone/>
              <a:defRPr/>
            </a:lvl7pPr>
            <a:lvl8pPr lvl="7" algn="ctr">
              <a:spcBef>
                <a:spcPts val="0"/>
              </a:spcBef>
              <a:spcAft>
                <a:spcPts val="0"/>
              </a:spcAft>
              <a:buSzPts val="1400"/>
              <a:buNone/>
              <a:defRPr/>
            </a:lvl8pPr>
            <a:lvl9pPr lvl="8" algn="ctr">
              <a:spcBef>
                <a:spcPts val="0"/>
              </a:spcBef>
              <a:spcAft>
                <a:spcPts val="0"/>
              </a:spcAft>
              <a:buSzPts val="1400"/>
              <a:buNone/>
              <a:defRPr/>
            </a:lvl9pPr>
          </a:lstStyle>
          <a:p/>
        </p:txBody>
      </p:sp>
      <p:sp>
        <p:nvSpPr>
          <p:cNvPr id="17" name="Google Shape;17;p2"/>
          <p:cNvSpPr txBox="1"/>
          <p:nvPr>
            <p:ph idx="1" type="subTitle"/>
          </p:nvPr>
        </p:nvSpPr>
        <p:spPr>
          <a:xfrm>
            <a:off x="1828800" y="3886200"/>
            <a:ext cx="8534400" cy="1752600"/>
          </a:xfrm>
          <a:prstGeom prst="rect">
            <a:avLst/>
          </a:prstGeom>
          <a:noFill/>
          <a:ln>
            <a:noFill/>
          </a:ln>
        </p:spPr>
        <p:txBody>
          <a:bodyPr anchorCtr="0" anchor="t" bIns="45700" lIns="91425" spcFirstLastPara="1" rIns="91425" wrap="square" tIns="45700">
            <a:noAutofit/>
          </a:bodyPr>
          <a:lstStyle>
            <a:lvl1pPr lvl="0" algn="ctr">
              <a:spcBef>
                <a:spcPts val="640"/>
              </a:spcBef>
              <a:spcAft>
                <a:spcPts val="0"/>
              </a:spcAft>
              <a:buClr>
                <a:srgbClr val="888888"/>
              </a:buClr>
              <a:buSzPts val="3200"/>
              <a:buNone/>
              <a:defRPr>
                <a:solidFill>
                  <a:srgbClr val="888888"/>
                </a:solidFill>
              </a:defRPr>
            </a:lvl1pPr>
            <a:lvl2pPr lvl="1" algn="ctr">
              <a:spcBef>
                <a:spcPts val="560"/>
              </a:spcBef>
              <a:spcAft>
                <a:spcPts val="0"/>
              </a:spcAft>
              <a:buClr>
                <a:srgbClr val="888888"/>
              </a:buClr>
              <a:buSzPts val="2800"/>
              <a:buNone/>
              <a:defRPr>
                <a:solidFill>
                  <a:srgbClr val="888888"/>
                </a:solidFill>
              </a:defRPr>
            </a:lvl2pPr>
            <a:lvl3pPr lvl="2" algn="ctr">
              <a:spcBef>
                <a:spcPts val="480"/>
              </a:spcBef>
              <a:spcAft>
                <a:spcPts val="0"/>
              </a:spcAft>
              <a:buClr>
                <a:srgbClr val="888888"/>
              </a:buClr>
              <a:buSzPts val="2400"/>
              <a:buNone/>
              <a:defRPr>
                <a:solidFill>
                  <a:srgbClr val="888888"/>
                </a:solidFill>
              </a:defRPr>
            </a:lvl3pPr>
            <a:lvl4pPr lvl="3" algn="ctr">
              <a:spcBef>
                <a:spcPts val="400"/>
              </a:spcBef>
              <a:spcAft>
                <a:spcPts val="0"/>
              </a:spcAft>
              <a:buClr>
                <a:srgbClr val="888888"/>
              </a:buClr>
              <a:buSzPts val="2000"/>
              <a:buNone/>
              <a:defRPr>
                <a:solidFill>
                  <a:srgbClr val="888888"/>
                </a:solidFill>
              </a:defRPr>
            </a:lvl4pPr>
            <a:lvl5pPr lvl="4" algn="ctr">
              <a:spcBef>
                <a:spcPts val="400"/>
              </a:spcBef>
              <a:spcAft>
                <a:spcPts val="0"/>
              </a:spcAft>
              <a:buClr>
                <a:srgbClr val="888888"/>
              </a:buClr>
              <a:buSzPts val="2000"/>
              <a:buNone/>
              <a:defRPr>
                <a:solidFill>
                  <a:srgbClr val="888888"/>
                </a:solidFill>
              </a:defRPr>
            </a:lvl5pPr>
            <a:lvl6pPr lvl="5" algn="ctr">
              <a:spcBef>
                <a:spcPts val="400"/>
              </a:spcBef>
              <a:spcAft>
                <a:spcPts val="0"/>
              </a:spcAft>
              <a:buClr>
                <a:srgbClr val="888888"/>
              </a:buClr>
              <a:buSzPts val="2000"/>
              <a:buNone/>
              <a:defRPr>
                <a:solidFill>
                  <a:srgbClr val="888888"/>
                </a:solidFill>
              </a:defRPr>
            </a:lvl6pPr>
            <a:lvl7pPr lvl="6" algn="ctr">
              <a:spcBef>
                <a:spcPts val="400"/>
              </a:spcBef>
              <a:spcAft>
                <a:spcPts val="0"/>
              </a:spcAft>
              <a:buClr>
                <a:srgbClr val="888888"/>
              </a:buClr>
              <a:buSzPts val="2000"/>
              <a:buNone/>
              <a:defRPr>
                <a:solidFill>
                  <a:srgbClr val="888888"/>
                </a:solidFill>
              </a:defRPr>
            </a:lvl7pPr>
            <a:lvl8pPr lvl="7" algn="ctr">
              <a:spcBef>
                <a:spcPts val="400"/>
              </a:spcBef>
              <a:spcAft>
                <a:spcPts val="0"/>
              </a:spcAft>
              <a:buClr>
                <a:srgbClr val="888888"/>
              </a:buClr>
              <a:buSzPts val="2000"/>
              <a:buNone/>
              <a:defRPr>
                <a:solidFill>
                  <a:srgbClr val="888888"/>
                </a:solidFill>
              </a:defRPr>
            </a:lvl8pPr>
            <a:lvl9pPr lvl="8" algn="ctr">
              <a:spcBef>
                <a:spcPts val="400"/>
              </a:spcBef>
              <a:spcAft>
                <a:spcPts val="0"/>
              </a:spcAft>
              <a:buClr>
                <a:srgbClr val="888888"/>
              </a:buClr>
              <a:buSzPts val="2000"/>
              <a:buNone/>
              <a:defRPr>
                <a:solidFill>
                  <a:srgbClr val="888888"/>
                </a:solidFill>
              </a:defRPr>
            </a:lvl9pPr>
          </a:lstStyle>
          <a:p/>
        </p:txBody>
      </p:sp>
      <p:sp>
        <p:nvSpPr>
          <p:cNvPr id="18" name="Google Shape;18;p2"/>
          <p:cNvSpPr txBox="1"/>
          <p:nvPr>
            <p:ph idx="10" type="dt"/>
          </p:nvPr>
        </p:nvSpPr>
        <p:spPr>
          <a:xfrm>
            <a:off x="609600" y="6356353"/>
            <a:ext cx="28448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9" name="Google Shape;19;p2"/>
          <p:cNvSpPr txBox="1"/>
          <p:nvPr>
            <p:ph idx="11" type="ftr"/>
          </p:nvPr>
        </p:nvSpPr>
        <p:spPr>
          <a:xfrm>
            <a:off x="4165600" y="6356353"/>
            <a:ext cx="38608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2" type="sldNum"/>
          </p:nvPr>
        </p:nvSpPr>
        <p:spPr>
          <a:xfrm>
            <a:off x="8737600" y="6356353"/>
            <a:ext cx="28448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spcAft>
                <a:spcPts val="0"/>
              </a:spcAft>
              <a:buNone/>
              <a:defRPr b="0" i="0" sz="1200" u="none" cap="none" strike="noStrike">
                <a:solidFill>
                  <a:srgbClr val="898989"/>
                </a:solidFill>
                <a:latin typeface="Oswald"/>
                <a:ea typeface="Oswald"/>
                <a:cs typeface="Oswald"/>
                <a:sym typeface="Oswald"/>
              </a:defRPr>
            </a:lvl1pPr>
            <a:lvl2pPr indent="0" lvl="1" marL="0" algn="r">
              <a:spcBef>
                <a:spcPts val="0"/>
              </a:spcBef>
              <a:spcAft>
                <a:spcPts val="0"/>
              </a:spcAft>
              <a:buNone/>
              <a:defRPr b="0" i="0" sz="1200" u="none" cap="none" strike="noStrike">
                <a:solidFill>
                  <a:srgbClr val="898989"/>
                </a:solidFill>
                <a:latin typeface="Oswald"/>
                <a:ea typeface="Oswald"/>
                <a:cs typeface="Oswald"/>
                <a:sym typeface="Oswald"/>
              </a:defRPr>
            </a:lvl2pPr>
            <a:lvl3pPr indent="0" lvl="2" marL="0" algn="r">
              <a:spcBef>
                <a:spcPts val="0"/>
              </a:spcBef>
              <a:spcAft>
                <a:spcPts val="0"/>
              </a:spcAft>
              <a:buNone/>
              <a:defRPr b="0" i="0" sz="1200" u="none" cap="none" strike="noStrike">
                <a:solidFill>
                  <a:srgbClr val="898989"/>
                </a:solidFill>
                <a:latin typeface="Oswald"/>
                <a:ea typeface="Oswald"/>
                <a:cs typeface="Oswald"/>
                <a:sym typeface="Oswald"/>
              </a:defRPr>
            </a:lvl3pPr>
            <a:lvl4pPr indent="0" lvl="3" marL="0" algn="r">
              <a:spcBef>
                <a:spcPts val="0"/>
              </a:spcBef>
              <a:spcAft>
                <a:spcPts val="0"/>
              </a:spcAft>
              <a:buNone/>
              <a:defRPr b="0" i="0" sz="1200" u="none" cap="none" strike="noStrike">
                <a:solidFill>
                  <a:srgbClr val="898989"/>
                </a:solidFill>
                <a:latin typeface="Oswald"/>
                <a:ea typeface="Oswald"/>
                <a:cs typeface="Oswald"/>
                <a:sym typeface="Oswald"/>
              </a:defRPr>
            </a:lvl4pPr>
            <a:lvl5pPr indent="0" lvl="4" marL="0" algn="r">
              <a:spcBef>
                <a:spcPts val="0"/>
              </a:spcBef>
              <a:spcAft>
                <a:spcPts val="0"/>
              </a:spcAft>
              <a:buNone/>
              <a:defRPr b="0" i="0" sz="1200" u="none" cap="none" strike="noStrike">
                <a:solidFill>
                  <a:srgbClr val="898989"/>
                </a:solidFill>
                <a:latin typeface="Oswald"/>
                <a:ea typeface="Oswald"/>
                <a:cs typeface="Oswald"/>
                <a:sym typeface="Oswald"/>
              </a:defRPr>
            </a:lvl5pPr>
            <a:lvl6pPr indent="0" lvl="5" marL="0" algn="r">
              <a:spcBef>
                <a:spcPts val="0"/>
              </a:spcBef>
              <a:spcAft>
                <a:spcPts val="0"/>
              </a:spcAft>
              <a:buNone/>
              <a:defRPr b="0" i="0" sz="1200" u="none" cap="none" strike="noStrike">
                <a:solidFill>
                  <a:srgbClr val="898989"/>
                </a:solidFill>
                <a:latin typeface="Oswald"/>
                <a:ea typeface="Oswald"/>
                <a:cs typeface="Oswald"/>
                <a:sym typeface="Oswald"/>
              </a:defRPr>
            </a:lvl6pPr>
            <a:lvl7pPr indent="0" lvl="6" marL="0" algn="r">
              <a:spcBef>
                <a:spcPts val="0"/>
              </a:spcBef>
              <a:spcAft>
                <a:spcPts val="0"/>
              </a:spcAft>
              <a:buNone/>
              <a:defRPr b="0" i="0" sz="1200" u="none" cap="none" strike="noStrike">
                <a:solidFill>
                  <a:srgbClr val="898989"/>
                </a:solidFill>
                <a:latin typeface="Oswald"/>
                <a:ea typeface="Oswald"/>
                <a:cs typeface="Oswald"/>
                <a:sym typeface="Oswald"/>
              </a:defRPr>
            </a:lvl7pPr>
            <a:lvl8pPr indent="0" lvl="7" marL="0" algn="r">
              <a:spcBef>
                <a:spcPts val="0"/>
              </a:spcBef>
              <a:spcAft>
                <a:spcPts val="0"/>
              </a:spcAft>
              <a:buNone/>
              <a:defRPr b="0" i="0" sz="1200" u="none" cap="none" strike="noStrike">
                <a:solidFill>
                  <a:srgbClr val="898989"/>
                </a:solidFill>
                <a:latin typeface="Oswald"/>
                <a:ea typeface="Oswald"/>
                <a:cs typeface="Oswald"/>
                <a:sym typeface="Oswald"/>
              </a:defRPr>
            </a:lvl8pPr>
            <a:lvl9pPr indent="0" lvl="8" marL="0" algn="r">
              <a:spcBef>
                <a:spcPts val="0"/>
              </a:spcBef>
              <a:spcAft>
                <a:spcPts val="0"/>
              </a:spcAft>
              <a:buNone/>
              <a:defRPr b="0" i="0" sz="1200" u="none" cap="none" strike="noStrike">
                <a:solidFill>
                  <a:srgbClr val="898989"/>
                </a:solidFill>
                <a:latin typeface="Oswald"/>
                <a:ea typeface="Oswald"/>
                <a:cs typeface="Oswald"/>
                <a:sym typeface="Oswald"/>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1" name="Shape 21"/>
        <p:cNvGrpSpPr/>
        <p:nvPr/>
      </p:nvGrpSpPr>
      <p:grpSpPr>
        <a:xfrm>
          <a:off x="0" y="0"/>
          <a:ext cx="0" cy="0"/>
          <a:chOff x="0" y="0"/>
          <a:chExt cx="0" cy="0"/>
        </a:xfrm>
      </p:grpSpPr>
      <p:sp>
        <p:nvSpPr>
          <p:cNvPr id="22" name="Google Shape;22;p3"/>
          <p:cNvSpPr txBox="1"/>
          <p:nvPr>
            <p:ph type="title"/>
          </p:nvPr>
        </p:nvSpPr>
        <p:spPr>
          <a:xfrm>
            <a:off x="609600" y="-47625"/>
            <a:ext cx="10972800" cy="1143000"/>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ctr">
              <a:spcBef>
                <a:spcPts val="0"/>
              </a:spcBef>
              <a:spcAft>
                <a:spcPts val="0"/>
              </a:spcAft>
              <a:buSzPts val="1400"/>
              <a:buNone/>
              <a:defRPr/>
            </a:lvl2pPr>
            <a:lvl3pPr lvl="2" algn="ctr">
              <a:spcBef>
                <a:spcPts val="0"/>
              </a:spcBef>
              <a:spcAft>
                <a:spcPts val="0"/>
              </a:spcAft>
              <a:buSzPts val="1400"/>
              <a:buNone/>
              <a:defRPr/>
            </a:lvl3pPr>
            <a:lvl4pPr lvl="3" algn="ctr">
              <a:spcBef>
                <a:spcPts val="0"/>
              </a:spcBef>
              <a:spcAft>
                <a:spcPts val="0"/>
              </a:spcAft>
              <a:buSzPts val="1400"/>
              <a:buNone/>
              <a:defRPr/>
            </a:lvl4pPr>
            <a:lvl5pPr lvl="4" algn="ctr">
              <a:spcBef>
                <a:spcPts val="0"/>
              </a:spcBef>
              <a:spcAft>
                <a:spcPts val="0"/>
              </a:spcAft>
              <a:buSzPts val="1400"/>
              <a:buNone/>
              <a:defRPr/>
            </a:lvl5pPr>
            <a:lvl6pPr lvl="5" algn="ctr">
              <a:spcBef>
                <a:spcPts val="0"/>
              </a:spcBef>
              <a:spcAft>
                <a:spcPts val="0"/>
              </a:spcAft>
              <a:buSzPts val="1400"/>
              <a:buNone/>
              <a:defRPr/>
            </a:lvl6pPr>
            <a:lvl7pPr lvl="6" algn="ctr">
              <a:spcBef>
                <a:spcPts val="0"/>
              </a:spcBef>
              <a:spcAft>
                <a:spcPts val="0"/>
              </a:spcAft>
              <a:buSzPts val="1400"/>
              <a:buNone/>
              <a:defRPr/>
            </a:lvl7pPr>
            <a:lvl8pPr lvl="7" algn="ctr">
              <a:spcBef>
                <a:spcPts val="0"/>
              </a:spcBef>
              <a:spcAft>
                <a:spcPts val="0"/>
              </a:spcAft>
              <a:buSzPts val="1400"/>
              <a:buNone/>
              <a:defRPr/>
            </a:lvl8pPr>
            <a:lvl9pPr lvl="8" algn="ctr">
              <a:spcBef>
                <a:spcPts val="0"/>
              </a:spcBef>
              <a:spcAft>
                <a:spcPts val="0"/>
              </a:spcAft>
              <a:buSzPts val="1400"/>
              <a:buNone/>
              <a:defRPr/>
            </a:lvl9pPr>
          </a:lstStyle>
          <a:p/>
        </p:txBody>
      </p:sp>
      <p:sp>
        <p:nvSpPr>
          <p:cNvPr id="23" name="Google Shape;23;p3"/>
          <p:cNvSpPr txBox="1"/>
          <p:nvPr>
            <p:ph idx="1" type="body"/>
          </p:nvPr>
        </p:nvSpPr>
        <p:spPr>
          <a:xfrm>
            <a:off x="609600" y="1095375"/>
            <a:ext cx="10972800" cy="5030788"/>
          </a:xfrm>
          <a:prstGeom prst="rect">
            <a:avLst/>
          </a:prstGeom>
          <a:noFill/>
          <a:ln>
            <a:noFill/>
          </a:ln>
        </p:spPr>
        <p:txBody>
          <a:bodyPr anchorCtr="0" anchor="t" bIns="45700" lIns="91425" spcFirstLastPara="1" rIns="91425" wrap="square" tIns="45700">
            <a:noAutofit/>
          </a:bodyPr>
          <a:lstStyle>
            <a:lvl1pPr indent="-342900" lvl="0" marL="457200" algn="l">
              <a:spcBef>
                <a:spcPts val="360"/>
              </a:spcBef>
              <a:spcAft>
                <a:spcPts val="0"/>
              </a:spcAft>
              <a:buClr>
                <a:schemeClr val="dk1"/>
              </a:buClr>
              <a:buSzPts val="1800"/>
              <a:buChar char="•"/>
              <a:defRPr/>
            </a:lvl1pPr>
            <a:lvl2pPr indent="-342900" lvl="1" marL="914400" algn="l">
              <a:spcBef>
                <a:spcPts val="360"/>
              </a:spcBef>
              <a:spcAft>
                <a:spcPts val="0"/>
              </a:spcAft>
              <a:buClr>
                <a:schemeClr val="dk1"/>
              </a:buClr>
              <a:buSzPts val="1800"/>
              <a:buChar char="–"/>
              <a:defRPr/>
            </a:lvl2pPr>
            <a:lvl3pPr indent="-342900" lvl="2" marL="1371600" algn="l">
              <a:spcBef>
                <a:spcPts val="360"/>
              </a:spcBef>
              <a:spcAft>
                <a:spcPts val="0"/>
              </a:spcAft>
              <a:buClr>
                <a:schemeClr val="dk1"/>
              </a:buClr>
              <a:buSzPts val="1800"/>
              <a:buChar char="•"/>
              <a:defRPr/>
            </a:lvl3pPr>
            <a:lvl4pPr indent="-342900" lvl="3" marL="1828800" algn="l">
              <a:spcBef>
                <a:spcPts val="360"/>
              </a:spcBef>
              <a:spcAft>
                <a:spcPts val="0"/>
              </a:spcAft>
              <a:buClr>
                <a:schemeClr val="dk1"/>
              </a:buClr>
              <a:buSzPts val="1800"/>
              <a:buChar char="–"/>
              <a:defRPr/>
            </a:lvl4pPr>
            <a:lvl5pPr indent="-342900" lvl="4" marL="2286000" algn="l">
              <a:spcBef>
                <a:spcPts val="360"/>
              </a:spcBef>
              <a:spcAft>
                <a:spcPts val="0"/>
              </a:spcAft>
              <a:buClr>
                <a:schemeClr val="dk1"/>
              </a:buClr>
              <a:buSzPts val="180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
        <p:nvSpPr>
          <p:cNvPr id="24" name="Google Shape;24;p3"/>
          <p:cNvSpPr txBox="1"/>
          <p:nvPr>
            <p:ph idx="10" type="dt"/>
          </p:nvPr>
        </p:nvSpPr>
        <p:spPr>
          <a:xfrm>
            <a:off x="609600" y="6356353"/>
            <a:ext cx="28448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5" name="Google Shape;25;p3"/>
          <p:cNvSpPr txBox="1"/>
          <p:nvPr>
            <p:ph idx="11" type="ftr"/>
          </p:nvPr>
        </p:nvSpPr>
        <p:spPr>
          <a:xfrm>
            <a:off x="4165600" y="6356353"/>
            <a:ext cx="38608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6" name="Google Shape;26;p3"/>
          <p:cNvSpPr txBox="1"/>
          <p:nvPr>
            <p:ph idx="12" type="sldNum"/>
          </p:nvPr>
        </p:nvSpPr>
        <p:spPr>
          <a:xfrm>
            <a:off x="8737600" y="6356353"/>
            <a:ext cx="28448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spcAft>
                <a:spcPts val="0"/>
              </a:spcAft>
              <a:buNone/>
              <a:defRPr b="0" i="0" sz="1200" u="none" cap="none" strike="noStrike">
                <a:solidFill>
                  <a:srgbClr val="898989"/>
                </a:solidFill>
                <a:latin typeface="Oswald"/>
                <a:ea typeface="Oswald"/>
                <a:cs typeface="Oswald"/>
                <a:sym typeface="Oswald"/>
              </a:defRPr>
            </a:lvl1pPr>
            <a:lvl2pPr indent="0" lvl="1" marL="0" algn="r">
              <a:spcBef>
                <a:spcPts val="0"/>
              </a:spcBef>
              <a:spcAft>
                <a:spcPts val="0"/>
              </a:spcAft>
              <a:buNone/>
              <a:defRPr b="0" i="0" sz="1200" u="none" cap="none" strike="noStrike">
                <a:solidFill>
                  <a:srgbClr val="898989"/>
                </a:solidFill>
                <a:latin typeface="Oswald"/>
                <a:ea typeface="Oswald"/>
                <a:cs typeface="Oswald"/>
                <a:sym typeface="Oswald"/>
              </a:defRPr>
            </a:lvl2pPr>
            <a:lvl3pPr indent="0" lvl="2" marL="0" algn="r">
              <a:spcBef>
                <a:spcPts val="0"/>
              </a:spcBef>
              <a:spcAft>
                <a:spcPts val="0"/>
              </a:spcAft>
              <a:buNone/>
              <a:defRPr b="0" i="0" sz="1200" u="none" cap="none" strike="noStrike">
                <a:solidFill>
                  <a:srgbClr val="898989"/>
                </a:solidFill>
                <a:latin typeface="Oswald"/>
                <a:ea typeface="Oswald"/>
                <a:cs typeface="Oswald"/>
                <a:sym typeface="Oswald"/>
              </a:defRPr>
            </a:lvl3pPr>
            <a:lvl4pPr indent="0" lvl="3" marL="0" algn="r">
              <a:spcBef>
                <a:spcPts val="0"/>
              </a:spcBef>
              <a:spcAft>
                <a:spcPts val="0"/>
              </a:spcAft>
              <a:buNone/>
              <a:defRPr b="0" i="0" sz="1200" u="none" cap="none" strike="noStrike">
                <a:solidFill>
                  <a:srgbClr val="898989"/>
                </a:solidFill>
                <a:latin typeface="Oswald"/>
                <a:ea typeface="Oswald"/>
                <a:cs typeface="Oswald"/>
                <a:sym typeface="Oswald"/>
              </a:defRPr>
            </a:lvl4pPr>
            <a:lvl5pPr indent="0" lvl="4" marL="0" algn="r">
              <a:spcBef>
                <a:spcPts val="0"/>
              </a:spcBef>
              <a:spcAft>
                <a:spcPts val="0"/>
              </a:spcAft>
              <a:buNone/>
              <a:defRPr b="0" i="0" sz="1200" u="none" cap="none" strike="noStrike">
                <a:solidFill>
                  <a:srgbClr val="898989"/>
                </a:solidFill>
                <a:latin typeface="Oswald"/>
                <a:ea typeface="Oswald"/>
                <a:cs typeface="Oswald"/>
                <a:sym typeface="Oswald"/>
              </a:defRPr>
            </a:lvl5pPr>
            <a:lvl6pPr indent="0" lvl="5" marL="0" algn="r">
              <a:spcBef>
                <a:spcPts val="0"/>
              </a:spcBef>
              <a:spcAft>
                <a:spcPts val="0"/>
              </a:spcAft>
              <a:buNone/>
              <a:defRPr b="0" i="0" sz="1200" u="none" cap="none" strike="noStrike">
                <a:solidFill>
                  <a:srgbClr val="898989"/>
                </a:solidFill>
                <a:latin typeface="Oswald"/>
                <a:ea typeface="Oswald"/>
                <a:cs typeface="Oswald"/>
                <a:sym typeface="Oswald"/>
              </a:defRPr>
            </a:lvl6pPr>
            <a:lvl7pPr indent="0" lvl="6" marL="0" algn="r">
              <a:spcBef>
                <a:spcPts val="0"/>
              </a:spcBef>
              <a:spcAft>
                <a:spcPts val="0"/>
              </a:spcAft>
              <a:buNone/>
              <a:defRPr b="0" i="0" sz="1200" u="none" cap="none" strike="noStrike">
                <a:solidFill>
                  <a:srgbClr val="898989"/>
                </a:solidFill>
                <a:latin typeface="Oswald"/>
                <a:ea typeface="Oswald"/>
                <a:cs typeface="Oswald"/>
                <a:sym typeface="Oswald"/>
              </a:defRPr>
            </a:lvl7pPr>
            <a:lvl8pPr indent="0" lvl="7" marL="0" algn="r">
              <a:spcBef>
                <a:spcPts val="0"/>
              </a:spcBef>
              <a:spcAft>
                <a:spcPts val="0"/>
              </a:spcAft>
              <a:buNone/>
              <a:defRPr b="0" i="0" sz="1200" u="none" cap="none" strike="noStrike">
                <a:solidFill>
                  <a:srgbClr val="898989"/>
                </a:solidFill>
                <a:latin typeface="Oswald"/>
                <a:ea typeface="Oswald"/>
                <a:cs typeface="Oswald"/>
                <a:sym typeface="Oswald"/>
              </a:defRPr>
            </a:lvl8pPr>
            <a:lvl9pPr indent="0" lvl="8" marL="0" algn="r">
              <a:spcBef>
                <a:spcPts val="0"/>
              </a:spcBef>
              <a:spcAft>
                <a:spcPts val="0"/>
              </a:spcAft>
              <a:buNone/>
              <a:defRPr b="0" i="0" sz="1200" u="none" cap="none" strike="noStrike">
                <a:solidFill>
                  <a:srgbClr val="898989"/>
                </a:solidFill>
                <a:latin typeface="Oswald"/>
                <a:ea typeface="Oswald"/>
                <a:cs typeface="Oswald"/>
                <a:sym typeface="Oswald"/>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27" name="Shape 27"/>
        <p:cNvGrpSpPr/>
        <p:nvPr/>
      </p:nvGrpSpPr>
      <p:grpSpPr>
        <a:xfrm>
          <a:off x="0" y="0"/>
          <a:ext cx="0" cy="0"/>
          <a:chOff x="0" y="0"/>
          <a:chExt cx="0" cy="0"/>
        </a:xfrm>
      </p:grpSpPr>
      <p:sp>
        <p:nvSpPr>
          <p:cNvPr id="28" name="Google Shape;28;p4"/>
          <p:cNvSpPr txBox="1"/>
          <p:nvPr>
            <p:ph type="title"/>
          </p:nvPr>
        </p:nvSpPr>
        <p:spPr>
          <a:xfrm>
            <a:off x="963084" y="4406903"/>
            <a:ext cx="10363200" cy="1362075"/>
          </a:xfrm>
          <a:prstGeom prst="rect">
            <a:avLst/>
          </a:prstGeom>
          <a:noFill/>
          <a:ln>
            <a:noFill/>
          </a:ln>
        </p:spPr>
        <p:txBody>
          <a:bodyPr anchorCtr="0" anchor="t" bIns="45700" lIns="91425" spcFirstLastPara="1" rIns="91425" wrap="square" tIns="45700">
            <a:noAutofit/>
          </a:bodyPr>
          <a:lstStyle>
            <a:lvl1pPr lvl="0" algn="l">
              <a:spcBef>
                <a:spcPts val="0"/>
              </a:spcBef>
              <a:spcAft>
                <a:spcPts val="0"/>
              </a:spcAft>
              <a:buSzPts val="1400"/>
              <a:buNone/>
              <a:defRPr b="1" sz="4000" cap="none"/>
            </a:lvl1pPr>
            <a:lvl2pPr lvl="1" algn="ctr">
              <a:spcBef>
                <a:spcPts val="0"/>
              </a:spcBef>
              <a:spcAft>
                <a:spcPts val="0"/>
              </a:spcAft>
              <a:buSzPts val="1400"/>
              <a:buNone/>
              <a:defRPr/>
            </a:lvl2pPr>
            <a:lvl3pPr lvl="2" algn="ctr">
              <a:spcBef>
                <a:spcPts val="0"/>
              </a:spcBef>
              <a:spcAft>
                <a:spcPts val="0"/>
              </a:spcAft>
              <a:buSzPts val="1400"/>
              <a:buNone/>
              <a:defRPr/>
            </a:lvl3pPr>
            <a:lvl4pPr lvl="3" algn="ctr">
              <a:spcBef>
                <a:spcPts val="0"/>
              </a:spcBef>
              <a:spcAft>
                <a:spcPts val="0"/>
              </a:spcAft>
              <a:buSzPts val="1400"/>
              <a:buNone/>
              <a:defRPr/>
            </a:lvl4pPr>
            <a:lvl5pPr lvl="4" algn="ctr">
              <a:spcBef>
                <a:spcPts val="0"/>
              </a:spcBef>
              <a:spcAft>
                <a:spcPts val="0"/>
              </a:spcAft>
              <a:buSzPts val="1400"/>
              <a:buNone/>
              <a:defRPr/>
            </a:lvl5pPr>
            <a:lvl6pPr lvl="5" algn="ctr">
              <a:spcBef>
                <a:spcPts val="0"/>
              </a:spcBef>
              <a:spcAft>
                <a:spcPts val="0"/>
              </a:spcAft>
              <a:buSzPts val="1400"/>
              <a:buNone/>
              <a:defRPr/>
            </a:lvl6pPr>
            <a:lvl7pPr lvl="6" algn="ctr">
              <a:spcBef>
                <a:spcPts val="0"/>
              </a:spcBef>
              <a:spcAft>
                <a:spcPts val="0"/>
              </a:spcAft>
              <a:buSzPts val="1400"/>
              <a:buNone/>
              <a:defRPr/>
            </a:lvl7pPr>
            <a:lvl8pPr lvl="7" algn="ctr">
              <a:spcBef>
                <a:spcPts val="0"/>
              </a:spcBef>
              <a:spcAft>
                <a:spcPts val="0"/>
              </a:spcAft>
              <a:buSzPts val="1400"/>
              <a:buNone/>
              <a:defRPr/>
            </a:lvl8pPr>
            <a:lvl9pPr lvl="8" algn="ctr">
              <a:spcBef>
                <a:spcPts val="0"/>
              </a:spcBef>
              <a:spcAft>
                <a:spcPts val="0"/>
              </a:spcAft>
              <a:buSzPts val="1400"/>
              <a:buNone/>
              <a:defRPr/>
            </a:lvl9pPr>
          </a:lstStyle>
          <a:p/>
        </p:txBody>
      </p:sp>
      <p:sp>
        <p:nvSpPr>
          <p:cNvPr id="29" name="Google Shape;29;p4"/>
          <p:cNvSpPr txBox="1"/>
          <p:nvPr>
            <p:ph idx="1" type="body"/>
          </p:nvPr>
        </p:nvSpPr>
        <p:spPr>
          <a:xfrm>
            <a:off x="963084" y="2906713"/>
            <a:ext cx="10363200" cy="1500187"/>
          </a:xfrm>
          <a:prstGeom prst="rect">
            <a:avLst/>
          </a:prstGeom>
          <a:noFill/>
          <a:ln>
            <a:noFill/>
          </a:ln>
        </p:spPr>
        <p:txBody>
          <a:bodyPr anchorCtr="0" anchor="b" bIns="45700" lIns="91425" spcFirstLastPara="1" rIns="91425" wrap="square" tIns="45700">
            <a:noAutofit/>
          </a:bodyPr>
          <a:lstStyle>
            <a:lvl1pPr indent="-228600" lvl="0" marL="457200" algn="l">
              <a:spcBef>
                <a:spcPts val="400"/>
              </a:spcBef>
              <a:spcAft>
                <a:spcPts val="0"/>
              </a:spcAft>
              <a:buClr>
                <a:srgbClr val="888888"/>
              </a:buClr>
              <a:buSzPts val="2000"/>
              <a:buNone/>
              <a:defRPr sz="2000">
                <a:solidFill>
                  <a:srgbClr val="888888"/>
                </a:solidFill>
              </a:defRPr>
            </a:lvl1pPr>
            <a:lvl2pPr indent="-228600" lvl="1" marL="914400" algn="l">
              <a:spcBef>
                <a:spcPts val="360"/>
              </a:spcBef>
              <a:spcAft>
                <a:spcPts val="0"/>
              </a:spcAft>
              <a:buClr>
                <a:srgbClr val="888888"/>
              </a:buClr>
              <a:buSzPts val="1800"/>
              <a:buNone/>
              <a:defRPr sz="1800">
                <a:solidFill>
                  <a:srgbClr val="888888"/>
                </a:solidFill>
              </a:defRPr>
            </a:lvl2pPr>
            <a:lvl3pPr indent="-228600" lvl="2" marL="1371600" algn="l">
              <a:spcBef>
                <a:spcPts val="320"/>
              </a:spcBef>
              <a:spcAft>
                <a:spcPts val="0"/>
              </a:spcAft>
              <a:buClr>
                <a:srgbClr val="888888"/>
              </a:buClr>
              <a:buSzPts val="1600"/>
              <a:buNone/>
              <a:defRPr sz="1600">
                <a:solidFill>
                  <a:srgbClr val="888888"/>
                </a:solidFill>
              </a:defRPr>
            </a:lvl3pPr>
            <a:lvl4pPr indent="-228600" lvl="3" marL="1828800" algn="l">
              <a:spcBef>
                <a:spcPts val="280"/>
              </a:spcBef>
              <a:spcAft>
                <a:spcPts val="0"/>
              </a:spcAft>
              <a:buClr>
                <a:srgbClr val="888888"/>
              </a:buClr>
              <a:buSzPts val="1400"/>
              <a:buNone/>
              <a:defRPr sz="1400">
                <a:solidFill>
                  <a:srgbClr val="888888"/>
                </a:solidFill>
              </a:defRPr>
            </a:lvl4pPr>
            <a:lvl5pPr indent="-228600" lvl="4" marL="2286000" algn="l">
              <a:spcBef>
                <a:spcPts val="280"/>
              </a:spcBef>
              <a:spcAft>
                <a:spcPts val="0"/>
              </a:spcAft>
              <a:buClr>
                <a:srgbClr val="888888"/>
              </a:buClr>
              <a:buSzPts val="1400"/>
              <a:buNone/>
              <a:defRPr sz="1400">
                <a:solidFill>
                  <a:srgbClr val="888888"/>
                </a:solidFill>
              </a:defRPr>
            </a:lvl5pPr>
            <a:lvl6pPr indent="-228600" lvl="5" marL="2743200" algn="l">
              <a:spcBef>
                <a:spcPts val="280"/>
              </a:spcBef>
              <a:spcAft>
                <a:spcPts val="0"/>
              </a:spcAft>
              <a:buClr>
                <a:srgbClr val="888888"/>
              </a:buClr>
              <a:buSzPts val="1400"/>
              <a:buNone/>
              <a:defRPr sz="1400">
                <a:solidFill>
                  <a:srgbClr val="888888"/>
                </a:solidFill>
              </a:defRPr>
            </a:lvl6pPr>
            <a:lvl7pPr indent="-228600" lvl="6" marL="3200400" algn="l">
              <a:spcBef>
                <a:spcPts val="280"/>
              </a:spcBef>
              <a:spcAft>
                <a:spcPts val="0"/>
              </a:spcAft>
              <a:buClr>
                <a:srgbClr val="888888"/>
              </a:buClr>
              <a:buSzPts val="1400"/>
              <a:buNone/>
              <a:defRPr sz="1400">
                <a:solidFill>
                  <a:srgbClr val="888888"/>
                </a:solidFill>
              </a:defRPr>
            </a:lvl7pPr>
            <a:lvl8pPr indent="-228600" lvl="7" marL="3657600" algn="l">
              <a:spcBef>
                <a:spcPts val="280"/>
              </a:spcBef>
              <a:spcAft>
                <a:spcPts val="0"/>
              </a:spcAft>
              <a:buClr>
                <a:srgbClr val="888888"/>
              </a:buClr>
              <a:buSzPts val="1400"/>
              <a:buNone/>
              <a:defRPr sz="1400">
                <a:solidFill>
                  <a:srgbClr val="888888"/>
                </a:solidFill>
              </a:defRPr>
            </a:lvl8pPr>
            <a:lvl9pPr indent="-228600" lvl="8" marL="4114800" algn="l">
              <a:spcBef>
                <a:spcPts val="280"/>
              </a:spcBef>
              <a:spcAft>
                <a:spcPts val="0"/>
              </a:spcAft>
              <a:buClr>
                <a:srgbClr val="888888"/>
              </a:buClr>
              <a:buSzPts val="1400"/>
              <a:buNone/>
              <a:defRPr sz="1400">
                <a:solidFill>
                  <a:srgbClr val="888888"/>
                </a:solidFill>
              </a:defRPr>
            </a:lvl9pPr>
          </a:lstStyle>
          <a:p/>
        </p:txBody>
      </p:sp>
      <p:sp>
        <p:nvSpPr>
          <p:cNvPr id="30" name="Google Shape;30;p4"/>
          <p:cNvSpPr txBox="1"/>
          <p:nvPr>
            <p:ph idx="10" type="dt"/>
          </p:nvPr>
        </p:nvSpPr>
        <p:spPr>
          <a:xfrm>
            <a:off x="609600" y="6356353"/>
            <a:ext cx="28448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1" name="Google Shape;31;p4"/>
          <p:cNvSpPr txBox="1"/>
          <p:nvPr>
            <p:ph idx="11" type="ftr"/>
          </p:nvPr>
        </p:nvSpPr>
        <p:spPr>
          <a:xfrm>
            <a:off x="4165600" y="6356353"/>
            <a:ext cx="38608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2" name="Google Shape;32;p4"/>
          <p:cNvSpPr txBox="1"/>
          <p:nvPr>
            <p:ph idx="12" type="sldNum"/>
          </p:nvPr>
        </p:nvSpPr>
        <p:spPr>
          <a:xfrm>
            <a:off x="8737600" y="6356353"/>
            <a:ext cx="28448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spcAft>
                <a:spcPts val="0"/>
              </a:spcAft>
              <a:buNone/>
              <a:defRPr b="0" i="0" sz="1200" u="none" cap="none" strike="noStrike">
                <a:solidFill>
                  <a:srgbClr val="898989"/>
                </a:solidFill>
                <a:latin typeface="Oswald"/>
                <a:ea typeface="Oswald"/>
                <a:cs typeface="Oswald"/>
                <a:sym typeface="Oswald"/>
              </a:defRPr>
            </a:lvl1pPr>
            <a:lvl2pPr indent="0" lvl="1" marL="0" algn="r">
              <a:spcBef>
                <a:spcPts val="0"/>
              </a:spcBef>
              <a:spcAft>
                <a:spcPts val="0"/>
              </a:spcAft>
              <a:buNone/>
              <a:defRPr b="0" i="0" sz="1200" u="none" cap="none" strike="noStrike">
                <a:solidFill>
                  <a:srgbClr val="898989"/>
                </a:solidFill>
                <a:latin typeface="Oswald"/>
                <a:ea typeface="Oswald"/>
                <a:cs typeface="Oswald"/>
                <a:sym typeface="Oswald"/>
              </a:defRPr>
            </a:lvl2pPr>
            <a:lvl3pPr indent="0" lvl="2" marL="0" algn="r">
              <a:spcBef>
                <a:spcPts val="0"/>
              </a:spcBef>
              <a:spcAft>
                <a:spcPts val="0"/>
              </a:spcAft>
              <a:buNone/>
              <a:defRPr b="0" i="0" sz="1200" u="none" cap="none" strike="noStrike">
                <a:solidFill>
                  <a:srgbClr val="898989"/>
                </a:solidFill>
                <a:latin typeface="Oswald"/>
                <a:ea typeface="Oswald"/>
                <a:cs typeface="Oswald"/>
                <a:sym typeface="Oswald"/>
              </a:defRPr>
            </a:lvl3pPr>
            <a:lvl4pPr indent="0" lvl="3" marL="0" algn="r">
              <a:spcBef>
                <a:spcPts val="0"/>
              </a:spcBef>
              <a:spcAft>
                <a:spcPts val="0"/>
              </a:spcAft>
              <a:buNone/>
              <a:defRPr b="0" i="0" sz="1200" u="none" cap="none" strike="noStrike">
                <a:solidFill>
                  <a:srgbClr val="898989"/>
                </a:solidFill>
                <a:latin typeface="Oswald"/>
                <a:ea typeface="Oswald"/>
                <a:cs typeface="Oswald"/>
                <a:sym typeface="Oswald"/>
              </a:defRPr>
            </a:lvl4pPr>
            <a:lvl5pPr indent="0" lvl="4" marL="0" algn="r">
              <a:spcBef>
                <a:spcPts val="0"/>
              </a:spcBef>
              <a:spcAft>
                <a:spcPts val="0"/>
              </a:spcAft>
              <a:buNone/>
              <a:defRPr b="0" i="0" sz="1200" u="none" cap="none" strike="noStrike">
                <a:solidFill>
                  <a:srgbClr val="898989"/>
                </a:solidFill>
                <a:latin typeface="Oswald"/>
                <a:ea typeface="Oswald"/>
                <a:cs typeface="Oswald"/>
                <a:sym typeface="Oswald"/>
              </a:defRPr>
            </a:lvl5pPr>
            <a:lvl6pPr indent="0" lvl="5" marL="0" algn="r">
              <a:spcBef>
                <a:spcPts val="0"/>
              </a:spcBef>
              <a:spcAft>
                <a:spcPts val="0"/>
              </a:spcAft>
              <a:buNone/>
              <a:defRPr b="0" i="0" sz="1200" u="none" cap="none" strike="noStrike">
                <a:solidFill>
                  <a:srgbClr val="898989"/>
                </a:solidFill>
                <a:latin typeface="Oswald"/>
                <a:ea typeface="Oswald"/>
                <a:cs typeface="Oswald"/>
                <a:sym typeface="Oswald"/>
              </a:defRPr>
            </a:lvl6pPr>
            <a:lvl7pPr indent="0" lvl="6" marL="0" algn="r">
              <a:spcBef>
                <a:spcPts val="0"/>
              </a:spcBef>
              <a:spcAft>
                <a:spcPts val="0"/>
              </a:spcAft>
              <a:buNone/>
              <a:defRPr b="0" i="0" sz="1200" u="none" cap="none" strike="noStrike">
                <a:solidFill>
                  <a:srgbClr val="898989"/>
                </a:solidFill>
                <a:latin typeface="Oswald"/>
                <a:ea typeface="Oswald"/>
                <a:cs typeface="Oswald"/>
                <a:sym typeface="Oswald"/>
              </a:defRPr>
            </a:lvl7pPr>
            <a:lvl8pPr indent="0" lvl="7" marL="0" algn="r">
              <a:spcBef>
                <a:spcPts val="0"/>
              </a:spcBef>
              <a:spcAft>
                <a:spcPts val="0"/>
              </a:spcAft>
              <a:buNone/>
              <a:defRPr b="0" i="0" sz="1200" u="none" cap="none" strike="noStrike">
                <a:solidFill>
                  <a:srgbClr val="898989"/>
                </a:solidFill>
                <a:latin typeface="Oswald"/>
                <a:ea typeface="Oswald"/>
                <a:cs typeface="Oswald"/>
                <a:sym typeface="Oswald"/>
              </a:defRPr>
            </a:lvl8pPr>
            <a:lvl9pPr indent="0" lvl="8" marL="0" algn="r">
              <a:spcBef>
                <a:spcPts val="0"/>
              </a:spcBef>
              <a:spcAft>
                <a:spcPts val="0"/>
              </a:spcAft>
              <a:buNone/>
              <a:defRPr b="0" i="0" sz="1200" u="none" cap="none" strike="noStrike">
                <a:solidFill>
                  <a:srgbClr val="898989"/>
                </a:solidFill>
                <a:latin typeface="Oswald"/>
                <a:ea typeface="Oswald"/>
                <a:cs typeface="Oswald"/>
                <a:sym typeface="Oswald"/>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33" name="Shape 33"/>
        <p:cNvGrpSpPr/>
        <p:nvPr/>
      </p:nvGrpSpPr>
      <p:grpSpPr>
        <a:xfrm>
          <a:off x="0" y="0"/>
          <a:ext cx="0" cy="0"/>
          <a:chOff x="0" y="0"/>
          <a:chExt cx="0" cy="0"/>
        </a:xfrm>
      </p:grpSpPr>
      <p:sp>
        <p:nvSpPr>
          <p:cNvPr id="34" name="Google Shape;34;p5"/>
          <p:cNvSpPr txBox="1"/>
          <p:nvPr>
            <p:ph type="title"/>
          </p:nvPr>
        </p:nvSpPr>
        <p:spPr>
          <a:xfrm>
            <a:off x="609600" y="-47625"/>
            <a:ext cx="10972800" cy="1143000"/>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ctr">
              <a:spcBef>
                <a:spcPts val="0"/>
              </a:spcBef>
              <a:spcAft>
                <a:spcPts val="0"/>
              </a:spcAft>
              <a:buSzPts val="1400"/>
              <a:buNone/>
              <a:defRPr/>
            </a:lvl2pPr>
            <a:lvl3pPr lvl="2" algn="ctr">
              <a:spcBef>
                <a:spcPts val="0"/>
              </a:spcBef>
              <a:spcAft>
                <a:spcPts val="0"/>
              </a:spcAft>
              <a:buSzPts val="1400"/>
              <a:buNone/>
              <a:defRPr/>
            </a:lvl3pPr>
            <a:lvl4pPr lvl="3" algn="ctr">
              <a:spcBef>
                <a:spcPts val="0"/>
              </a:spcBef>
              <a:spcAft>
                <a:spcPts val="0"/>
              </a:spcAft>
              <a:buSzPts val="1400"/>
              <a:buNone/>
              <a:defRPr/>
            </a:lvl4pPr>
            <a:lvl5pPr lvl="4" algn="ctr">
              <a:spcBef>
                <a:spcPts val="0"/>
              </a:spcBef>
              <a:spcAft>
                <a:spcPts val="0"/>
              </a:spcAft>
              <a:buSzPts val="1400"/>
              <a:buNone/>
              <a:defRPr/>
            </a:lvl5pPr>
            <a:lvl6pPr lvl="5" algn="ctr">
              <a:spcBef>
                <a:spcPts val="0"/>
              </a:spcBef>
              <a:spcAft>
                <a:spcPts val="0"/>
              </a:spcAft>
              <a:buSzPts val="1400"/>
              <a:buNone/>
              <a:defRPr/>
            </a:lvl6pPr>
            <a:lvl7pPr lvl="6" algn="ctr">
              <a:spcBef>
                <a:spcPts val="0"/>
              </a:spcBef>
              <a:spcAft>
                <a:spcPts val="0"/>
              </a:spcAft>
              <a:buSzPts val="1400"/>
              <a:buNone/>
              <a:defRPr/>
            </a:lvl7pPr>
            <a:lvl8pPr lvl="7" algn="ctr">
              <a:spcBef>
                <a:spcPts val="0"/>
              </a:spcBef>
              <a:spcAft>
                <a:spcPts val="0"/>
              </a:spcAft>
              <a:buSzPts val="1400"/>
              <a:buNone/>
              <a:defRPr/>
            </a:lvl8pPr>
            <a:lvl9pPr lvl="8" algn="ctr">
              <a:spcBef>
                <a:spcPts val="0"/>
              </a:spcBef>
              <a:spcAft>
                <a:spcPts val="0"/>
              </a:spcAft>
              <a:buSzPts val="1400"/>
              <a:buNone/>
              <a:defRPr/>
            </a:lvl9pPr>
          </a:lstStyle>
          <a:p/>
        </p:txBody>
      </p:sp>
      <p:sp>
        <p:nvSpPr>
          <p:cNvPr id="35" name="Google Shape;35;p5"/>
          <p:cNvSpPr txBox="1"/>
          <p:nvPr>
            <p:ph idx="1" type="body"/>
          </p:nvPr>
        </p:nvSpPr>
        <p:spPr>
          <a:xfrm>
            <a:off x="609600" y="1600203"/>
            <a:ext cx="5384800" cy="4525963"/>
          </a:xfrm>
          <a:prstGeom prst="rect">
            <a:avLst/>
          </a:prstGeom>
          <a:noFill/>
          <a:ln>
            <a:noFill/>
          </a:ln>
        </p:spPr>
        <p:txBody>
          <a:bodyPr anchorCtr="0" anchor="t" bIns="45700" lIns="91425" spcFirstLastPara="1" rIns="91425" wrap="square" tIns="45700">
            <a:noAutofit/>
          </a:bodyPr>
          <a:lstStyle>
            <a:lvl1pPr indent="-406400" lvl="0" marL="457200" algn="l">
              <a:spcBef>
                <a:spcPts val="560"/>
              </a:spcBef>
              <a:spcAft>
                <a:spcPts val="0"/>
              </a:spcAft>
              <a:buClr>
                <a:schemeClr val="dk1"/>
              </a:buClr>
              <a:buSzPts val="2800"/>
              <a:buChar char="•"/>
              <a:defRPr sz="2800"/>
            </a:lvl1pPr>
            <a:lvl2pPr indent="-381000" lvl="1" marL="914400" algn="l">
              <a:spcBef>
                <a:spcPts val="480"/>
              </a:spcBef>
              <a:spcAft>
                <a:spcPts val="0"/>
              </a:spcAft>
              <a:buClr>
                <a:schemeClr val="dk1"/>
              </a:buClr>
              <a:buSzPts val="2400"/>
              <a:buChar char="–"/>
              <a:defRPr sz="2400"/>
            </a:lvl2pPr>
            <a:lvl3pPr indent="-355600" lvl="2" marL="1371600" algn="l">
              <a:spcBef>
                <a:spcPts val="400"/>
              </a:spcBef>
              <a:spcAft>
                <a:spcPts val="0"/>
              </a:spcAft>
              <a:buClr>
                <a:schemeClr val="dk1"/>
              </a:buClr>
              <a:buSzPts val="2000"/>
              <a:buChar char="•"/>
              <a:defRPr sz="2000"/>
            </a:lvl3pPr>
            <a:lvl4pPr indent="-342900" lvl="3" marL="1828800" algn="l">
              <a:spcBef>
                <a:spcPts val="360"/>
              </a:spcBef>
              <a:spcAft>
                <a:spcPts val="0"/>
              </a:spcAft>
              <a:buClr>
                <a:schemeClr val="dk1"/>
              </a:buClr>
              <a:buSzPts val="1800"/>
              <a:buChar char="–"/>
              <a:defRPr sz="1800"/>
            </a:lvl4pPr>
            <a:lvl5pPr indent="-342900" lvl="4" marL="2286000" algn="l">
              <a:spcBef>
                <a:spcPts val="360"/>
              </a:spcBef>
              <a:spcAft>
                <a:spcPts val="0"/>
              </a:spcAft>
              <a:buClr>
                <a:schemeClr val="dk1"/>
              </a:buClr>
              <a:buSzPts val="1800"/>
              <a:buChar char="»"/>
              <a:defRPr sz="1800"/>
            </a:lvl5pPr>
            <a:lvl6pPr indent="-342900" lvl="5" marL="2743200" algn="l">
              <a:spcBef>
                <a:spcPts val="360"/>
              </a:spcBef>
              <a:spcAft>
                <a:spcPts val="0"/>
              </a:spcAft>
              <a:buClr>
                <a:schemeClr val="dk1"/>
              </a:buClr>
              <a:buSzPts val="1800"/>
              <a:buChar char="•"/>
              <a:defRPr sz="1800"/>
            </a:lvl6pPr>
            <a:lvl7pPr indent="-342900" lvl="6" marL="3200400" algn="l">
              <a:spcBef>
                <a:spcPts val="360"/>
              </a:spcBef>
              <a:spcAft>
                <a:spcPts val="0"/>
              </a:spcAft>
              <a:buClr>
                <a:schemeClr val="dk1"/>
              </a:buClr>
              <a:buSzPts val="1800"/>
              <a:buChar char="•"/>
              <a:defRPr sz="1800"/>
            </a:lvl7pPr>
            <a:lvl8pPr indent="-342900" lvl="7" marL="3657600" algn="l">
              <a:spcBef>
                <a:spcPts val="360"/>
              </a:spcBef>
              <a:spcAft>
                <a:spcPts val="0"/>
              </a:spcAft>
              <a:buClr>
                <a:schemeClr val="dk1"/>
              </a:buClr>
              <a:buSzPts val="1800"/>
              <a:buChar char="•"/>
              <a:defRPr sz="1800"/>
            </a:lvl8pPr>
            <a:lvl9pPr indent="-342900" lvl="8" marL="4114800" algn="l">
              <a:spcBef>
                <a:spcPts val="360"/>
              </a:spcBef>
              <a:spcAft>
                <a:spcPts val="0"/>
              </a:spcAft>
              <a:buClr>
                <a:schemeClr val="dk1"/>
              </a:buClr>
              <a:buSzPts val="1800"/>
              <a:buChar char="•"/>
              <a:defRPr sz="1800"/>
            </a:lvl9pPr>
          </a:lstStyle>
          <a:p/>
        </p:txBody>
      </p:sp>
      <p:sp>
        <p:nvSpPr>
          <p:cNvPr id="36" name="Google Shape;36;p5"/>
          <p:cNvSpPr txBox="1"/>
          <p:nvPr>
            <p:ph idx="2" type="body"/>
          </p:nvPr>
        </p:nvSpPr>
        <p:spPr>
          <a:xfrm>
            <a:off x="6197600" y="1600203"/>
            <a:ext cx="5384800" cy="4525963"/>
          </a:xfrm>
          <a:prstGeom prst="rect">
            <a:avLst/>
          </a:prstGeom>
          <a:noFill/>
          <a:ln>
            <a:noFill/>
          </a:ln>
        </p:spPr>
        <p:txBody>
          <a:bodyPr anchorCtr="0" anchor="t" bIns="45700" lIns="91425" spcFirstLastPara="1" rIns="91425" wrap="square" tIns="45700">
            <a:noAutofit/>
          </a:bodyPr>
          <a:lstStyle>
            <a:lvl1pPr indent="-406400" lvl="0" marL="457200" algn="l">
              <a:spcBef>
                <a:spcPts val="560"/>
              </a:spcBef>
              <a:spcAft>
                <a:spcPts val="0"/>
              </a:spcAft>
              <a:buClr>
                <a:schemeClr val="dk1"/>
              </a:buClr>
              <a:buSzPts val="2800"/>
              <a:buChar char="•"/>
              <a:defRPr sz="2800"/>
            </a:lvl1pPr>
            <a:lvl2pPr indent="-381000" lvl="1" marL="914400" algn="l">
              <a:spcBef>
                <a:spcPts val="480"/>
              </a:spcBef>
              <a:spcAft>
                <a:spcPts val="0"/>
              </a:spcAft>
              <a:buClr>
                <a:schemeClr val="dk1"/>
              </a:buClr>
              <a:buSzPts val="2400"/>
              <a:buChar char="–"/>
              <a:defRPr sz="2400"/>
            </a:lvl2pPr>
            <a:lvl3pPr indent="-355600" lvl="2" marL="1371600" algn="l">
              <a:spcBef>
                <a:spcPts val="400"/>
              </a:spcBef>
              <a:spcAft>
                <a:spcPts val="0"/>
              </a:spcAft>
              <a:buClr>
                <a:schemeClr val="dk1"/>
              </a:buClr>
              <a:buSzPts val="2000"/>
              <a:buChar char="•"/>
              <a:defRPr sz="2000"/>
            </a:lvl3pPr>
            <a:lvl4pPr indent="-342900" lvl="3" marL="1828800" algn="l">
              <a:spcBef>
                <a:spcPts val="360"/>
              </a:spcBef>
              <a:spcAft>
                <a:spcPts val="0"/>
              </a:spcAft>
              <a:buClr>
                <a:schemeClr val="dk1"/>
              </a:buClr>
              <a:buSzPts val="1800"/>
              <a:buChar char="–"/>
              <a:defRPr sz="1800"/>
            </a:lvl4pPr>
            <a:lvl5pPr indent="-342900" lvl="4" marL="2286000" algn="l">
              <a:spcBef>
                <a:spcPts val="360"/>
              </a:spcBef>
              <a:spcAft>
                <a:spcPts val="0"/>
              </a:spcAft>
              <a:buClr>
                <a:schemeClr val="dk1"/>
              </a:buClr>
              <a:buSzPts val="1800"/>
              <a:buChar char="»"/>
              <a:defRPr sz="1800"/>
            </a:lvl5pPr>
            <a:lvl6pPr indent="-342900" lvl="5" marL="2743200" algn="l">
              <a:spcBef>
                <a:spcPts val="360"/>
              </a:spcBef>
              <a:spcAft>
                <a:spcPts val="0"/>
              </a:spcAft>
              <a:buClr>
                <a:schemeClr val="dk1"/>
              </a:buClr>
              <a:buSzPts val="1800"/>
              <a:buChar char="•"/>
              <a:defRPr sz="1800"/>
            </a:lvl6pPr>
            <a:lvl7pPr indent="-342900" lvl="6" marL="3200400" algn="l">
              <a:spcBef>
                <a:spcPts val="360"/>
              </a:spcBef>
              <a:spcAft>
                <a:spcPts val="0"/>
              </a:spcAft>
              <a:buClr>
                <a:schemeClr val="dk1"/>
              </a:buClr>
              <a:buSzPts val="1800"/>
              <a:buChar char="•"/>
              <a:defRPr sz="1800"/>
            </a:lvl7pPr>
            <a:lvl8pPr indent="-342900" lvl="7" marL="3657600" algn="l">
              <a:spcBef>
                <a:spcPts val="360"/>
              </a:spcBef>
              <a:spcAft>
                <a:spcPts val="0"/>
              </a:spcAft>
              <a:buClr>
                <a:schemeClr val="dk1"/>
              </a:buClr>
              <a:buSzPts val="1800"/>
              <a:buChar char="•"/>
              <a:defRPr sz="1800"/>
            </a:lvl8pPr>
            <a:lvl9pPr indent="-342900" lvl="8" marL="4114800" algn="l">
              <a:spcBef>
                <a:spcPts val="360"/>
              </a:spcBef>
              <a:spcAft>
                <a:spcPts val="0"/>
              </a:spcAft>
              <a:buClr>
                <a:schemeClr val="dk1"/>
              </a:buClr>
              <a:buSzPts val="1800"/>
              <a:buChar char="•"/>
              <a:defRPr sz="1800"/>
            </a:lvl9pPr>
          </a:lstStyle>
          <a:p/>
        </p:txBody>
      </p:sp>
      <p:sp>
        <p:nvSpPr>
          <p:cNvPr id="37" name="Google Shape;37;p5"/>
          <p:cNvSpPr txBox="1"/>
          <p:nvPr>
            <p:ph idx="10" type="dt"/>
          </p:nvPr>
        </p:nvSpPr>
        <p:spPr>
          <a:xfrm>
            <a:off x="609600" y="6356353"/>
            <a:ext cx="28448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8" name="Google Shape;38;p5"/>
          <p:cNvSpPr txBox="1"/>
          <p:nvPr>
            <p:ph idx="11" type="ftr"/>
          </p:nvPr>
        </p:nvSpPr>
        <p:spPr>
          <a:xfrm>
            <a:off x="4165600" y="6356353"/>
            <a:ext cx="38608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9" name="Google Shape;39;p5"/>
          <p:cNvSpPr txBox="1"/>
          <p:nvPr>
            <p:ph idx="12" type="sldNum"/>
          </p:nvPr>
        </p:nvSpPr>
        <p:spPr>
          <a:xfrm>
            <a:off x="8737600" y="6356353"/>
            <a:ext cx="28448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spcAft>
                <a:spcPts val="0"/>
              </a:spcAft>
              <a:buNone/>
              <a:defRPr b="0" i="0" sz="1200" u="none" cap="none" strike="noStrike">
                <a:solidFill>
                  <a:srgbClr val="898989"/>
                </a:solidFill>
                <a:latin typeface="Oswald"/>
                <a:ea typeface="Oswald"/>
                <a:cs typeface="Oswald"/>
                <a:sym typeface="Oswald"/>
              </a:defRPr>
            </a:lvl1pPr>
            <a:lvl2pPr indent="0" lvl="1" marL="0" algn="r">
              <a:spcBef>
                <a:spcPts val="0"/>
              </a:spcBef>
              <a:spcAft>
                <a:spcPts val="0"/>
              </a:spcAft>
              <a:buNone/>
              <a:defRPr b="0" i="0" sz="1200" u="none" cap="none" strike="noStrike">
                <a:solidFill>
                  <a:srgbClr val="898989"/>
                </a:solidFill>
                <a:latin typeface="Oswald"/>
                <a:ea typeface="Oswald"/>
                <a:cs typeface="Oswald"/>
                <a:sym typeface="Oswald"/>
              </a:defRPr>
            </a:lvl2pPr>
            <a:lvl3pPr indent="0" lvl="2" marL="0" algn="r">
              <a:spcBef>
                <a:spcPts val="0"/>
              </a:spcBef>
              <a:spcAft>
                <a:spcPts val="0"/>
              </a:spcAft>
              <a:buNone/>
              <a:defRPr b="0" i="0" sz="1200" u="none" cap="none" strike="noStrike">
                <a:solidFill>
                  <a:srgbClr val="898989"/>
                </a:solidFill>
                <a:latin typeface="Oswald"/>
                <a:ea typeface="Oswald"/>
                <a:cs typeface="Oswald"/>
                <a:sym typeface="Oswald"/>
              </a:defRPr>
            </a:lvl3pPr>
            <a:lvl4pPr indent="0" lvl="3" marL="0" algn="r">
              <a:spcBef>
                <a:spcPts val="0"/>
              </a:spcBef>
              <a:spcAft>
                <a:spcPts val="0"/>
              </a:spcAft>
              <a:buNone/>
              <a:defRPr b="0" i="0" sz="1200" u="none" cap="none" strike="noStrike">
                <a:solidFill>
                  <a:srgbClr val="898989"/>
                </a:solidFill>
                <a:latin typeface="Oswald"/>
                <a:ea typeface="Oswald"/>
                <a:cs typeface="Oswald"/>
                <a:sym typeface="Oswald"/>
              </a:defRPr>
            </a:lvl4pPr>
            <a:lvl5pPr indent="0" lvl="4" marL="0" algn="r">
              <a:spcBef>
                <a:spcPts val="0"/>
              </a:spcBef>
              <a:spcAft>
                <a:spcPts val="0"/>
              </a:spcAft>
              <a:buNone/>
              <a:defRPr b="0" i="0" sz="1200" u="none" cap="none" strike="noStrike">
                <a:solidFill>
                  <a:srgbClr val="898989"/>
                </a:solidFill>
                <a:latin typeface="Oswald"/>
                <a:ea typeface="Oswald"/>
                <a:cs typeface="Oswald"/>
                <a:sym typeface="Oswald"/>
              </a:defRPr>
            </a:lvl5pPr>
            <a:lvl6pPr indent="0" lvl="5" marL="0" algn="r">
              <a:spcBef>
                <a:spcPts val="0"/>
              </a:spcBef>
              <a:spcAft>
                <a:spcPts val="0"/>
              </a:spcAft>
              <a:buNone/>
              <a:defRPr b="0" i="0" sz="1200" u="none" cap="none" strike="noStrike">
                <a:solidFill>
                  <a:srgbClr val="898989"/>
                </a:solidFill>
                <a:latin typeface="Oswald"/>
                <a:ea typeface="Oswald"/>
                <a:cs typeface="Oswald"/>
                <a:sym typeface="Oswald"/>
              </a:defRPr>
            </a:lvl6pPr>
            <a:lvl7pPr indent="0" lvl="6" marL="0" algn="r">
              <a:spcBef>
                <a:spcPts val="0"/>
              </a:spcBef>
              <a:spcAft>
                <a:spcPts val="0"/>
              </a:spcAft>
              <a:buNone/>
              <a:defRPr b="0" i="0" sz="1200" u="none" cap="none" strike="noStrike">
                <a:solidFill>
                  <a:srgbClr val="898989"/>
                </a:solidFill>
                <a:latin typeface="Oswald"/>
                <a:ea typeface="Oswald"/>
                <a:cs typeface="Oswald"/>
                <a:sym typeface="Oswald"/>
              </a:defRPr>
            </a:lvl7pPr>
            <a:lvl8pPr indent="0" lvl="7" marL="0" algn="r">
              <a:spcBef>
                <a:spcPts val="0"/>
              </a:spcBef>
              <a:spcAft>
                <a:spcPts val="0"/>
              </a:spcAft>
              <a:buNone/>
              <a:defRPr b="0" i="0" sz="1200" u="none" cap="none" strike="noStrike">
                <a:solidFill>
                  <a:srgbClr val="898989"/>
                </a:solidFill>
                <a:latin typeface="Oswald"/>
                <a:ea typeface="Oswald"/>
                <a:cs typeface="Oswald"/>
                <a:sym typeface="Oswald"/>
              </a:defRPr>
            </a:lvl8pPr>
            <a:lvl9pPr indent="0" lvl="8" marL="0" algn="r">
              <a:spcBef>
                <a:spcPts val="0"/>
              </a:spcBef>
              <a:spcAft>
                <a:spcPts val="0"/>
              </a:spcAft>
              <a:buNone/>
              <a:defRPr b="0" i="0" sz="1200" u="none" cap="none" strike="noStrike">
                <a:solidFill>
                  <a:srgbClr val="898989"/>
                </a:solidFill>
                <a:latin typeface="Oswald"/>
                <a:ea typeface="Oswald"/>
                <a:cs typeface="Oswald"/>
                <a:sym typeface="Oswald"/>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40" name="Shape 40"/>
        <p:cNvGrpSpPr/>
        <p:nvPr/>
      </p:nvGrpSpPr>
      <p:grpSpPr>
        <a:xfrm>
          <a:off x="0" y="0"/>
          <a:ext cx="0" cy="0"/>
          <a:chOff x="0" y="0"/>
          <a:chExt cx="0" cy="0"/>
        </a:xfrm>
      </p:grpSpPr>
      <p:sp>
        <p:nvSpPr>
          <p:cNvPr id="41" name="Google Shape;41;p6"/>
          <p:cNvSpPr txBox="1"/>
          <p:nvPr>
            <p:ph type="title"/>
          </p:nvPr>
        </p:nvSpPr>
        <p:spPr>
          <a:xfrm>
            <a:off x="609600" y="-47625"/>
            <a:ext cx="10972800" cy="1143000"/>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ctr">
              <a:spcBef>
                <a:spcPts val="0"/>
              </a:spcBef>
              <a:spcAft>
                <a:spcPts val="0"/>
              </a:spcAft>
              <a:buSzPts val="1400"/>
              <a:buNone/>
              <a:defRPr/>
            </a:lvl2pPr>
            <a:lvl3pPr lvl="2" algn="ctr">
              <a:spcBef>
                <a:spcPts val="0"/>
              </a:spcBef>
              <a:spcAft>
                <a:spcPts val="0"/>
              </a:spcAft>
              <a:buSzPts val="1400"/>
              <a:buNone/>
              <a:defRPr/>
            </a:lvl3pPr>
            <a:lvl4pPr lvl="3" algn="ctr">
              <a:spcBef>
                <a:spcPts val="0"/>
              </a:spcBef>
              <a:spcAft>
                <a:spcPts val="0"/>
              </a:spcAft>
              <a:buSzPts val="1400"/>
              <a:buNone/>
              <a:defRPr/>
            </a:lvl4pPr>
            <a:lvl5pPr lvl="4" algn="ctr">
              <a:spcBef>
                <a:spcPts val="0"/>
              </a:spcBef>
              <a:spcAft>
                <a:spcPts val="0"/>
              </a:spcAft>
              <a:buSzPts val="1400"/>
              <a:buNone/>
              <a:defRPr/>
            </a:lvl5pPr>
            <a:lvl6pPr lvl="5" algn="ctr">
              <a:spcBef>
                <a:spcPts val="0"/>
              </a:spcBef>
              <a:spcAft>
                <a:spcPts val="0"/>
              </a:spcAft>
              <a:buSzPts val="1400"/>
              <a:buNone/>
              <a:defRPr/>
            </a:lvl6pPr>
            <a:lvl7pPr lvl="6" algn="ctr">
              <a:spcBef>
                <a:spcPts val="0"/>
              </a:spcBef>
              <a:spcAft>
                <a:spcPts val="0"/>
              </a:spcAft>
              <a:buSzPts val="1400"/>
              <a:buNone/>
              <a:defRPr/>
            </a:lvl7pPr>
            <a:lvl8pPr lvl="7" algn="ctr">
              <a:spcBef>
                <a:spcPts val="0"/>
              </a:spcBef>
              <a:spcAft>
                <a:spcPts val="0"/>
              </a:spcAft>
              <a:buSzPts val="1400"/>
              <a:buNone/>
              <a:defRPr/>
            </a:lvl8pPr>
            <a:lvl9pPr lvl="8" algn="ctr">
              <a:spcBef>
                <a:spcPts val="0"/>
              </a:spcBef>
              <a:spcAft>
                <a:spcPts val="0"/>
              </a:spcAft>
              <a:buSzPts val="1400"/>
              <a:buNone/>
              <a:defRPr/>
            </a:lvl9pPr>
          </a:lstStyle>
          <a:p/>
        </p:txBody>
      </p:sp>
      <p:sp>
        <p:nvSpPr>
          <p:cNvPr id="42" name="Google Shape;42;p6"/>
          <p:cNvSpPr txBox="1"/>
          <p:nvPr>
            <p:ph idx="1" type="body"/>
          </p:nvPr>
        </p:nvSpPr>
        <p:spPr>
          <a:xfrm>
            <a:off x="609600" y="1535113"/>
            <a:ext cx="5386917" cy="639762"/>
          </a:xfrm>
          <a:prstGeom prst="rect">
            <a:avLst/>
          </a:prstGeom>
          <a:noFill/>
          <a:ln>
            <a:noFill/>
          </a:ln>
        </p:spPr>
        <p:txBody>
          <a:bodyPr anchorCtr="0" anchor="b" bIns="45700" lIns="91425" spcFirstLastPara="1" rIns="91425" wrap="square" tIns="45700">
            <a:noAutofit/>
          </a:bodyPr>
          <a:lstStyle>
            <a:lvl1pPr indent="-228600" lvl="0" marL="457200" algn="l">
              <a:spcBef>
                <a:spcPts val="480"/>
              </a:spcBef>
              <a:spcAft>
                <a:spcPts val="0"/>
              </a:spcAft>
              <a:buClr>
                <a:schemeClr val="dk1"/>
              </a:buClr>
              <a:buSzPts val="2400"/>
              <a:buNone/>
              <a:defRPr b="1" sz="2400"/>
            </a:lvl1pPr>
            <a:lvl2pPr indent="-228600" lvl="1" marL="914400" algn="l">
              <a:spcBef>
                <a:spcPts val="400"/>
              </a:spcBef>
              <a:spcAft>
                <a:spcPts val="0"/>
              </a:spcAft>
              <a:buClr>
                <a:schemeClr val="dk1"/>
              </a:buClr>
              <a:buSzPts val="2000"/>
              <a:buNone/>
              <a:defRPr b="1" sz="2000"/>
            </a:lvl2pPr>
            <a:lvl3pPr indent="-228600" lvl="2" marL="1371600" algn="l">
              <a:spcBef>
                <a:spcPts val="360"/>
              </a:spcBef>
              <a:spcAft>
                <a:spcPts val="0"/>
              </a:spcAft>
              <a:buClr>
                <a:schemeClr val="dk1"/>
              </a:buClr>
              <a:buSzPts val="1800"/>
              <a:buNone/>
              <a:defRPr b="1" sz="1800"/>
            </a:lvl3pPr>
            <a:lvl4pPr indent="-228600" lvl="3" marL="1828800" algn="l">
              <a:spcBef>
                <a:spcPts val="320"/>
              </a:spcBef>
              <a:spcAft>
                <a:spcPts val="0"/>
              </a:spcAft>
              <a:buClr>
                <a:schemeClr val="dk1"/>
              </a:buClr>
              <a:buSzPts val="1600"/>
              <a:buNone/>
              <a:defRPr b="1" sz="1600"/>
            </a:lvl4pPr>
            <a:lvl5pPr indent="-228600" lvl="4" marL="2286000" algn="l">
              <a:spcBef>
                <a:spcPts val="320"/>
              </a:spcBef>
              <a:spcAft>
                <a:spcPts val="0"/>
              </a:spcAft>
              <a:buClr>
                <a:schemeClr val="dk1"/>
              </a:buClr>
              <a:buSzPts val="1600"/>
              <a:buNone/>
              <a:defRPr b="1" sz="1600"/>
            </a:lvl5pPr>
            <a:lvl6pPr indent="-228600" lvl="5" marL="2743200" algn="l">
              <a:spcBef>
                <a:spcPts val="320"/>
              </a:spcBef>
              <a:spcAft>
                <a:spcPts val="0"/>
              </a:spcAft>
              <a:buClr>
                <a:schemeClr val="dk1"/>
              </a:buClr>
              <a:buSzPts val="1600"/>
              <a:buNone/>
              <a:defRPr b="1" sz="1600"/>
            </a:lvl6pPr>
            <a:lvl7pPr indent="-228600" lvl="6" marL="3200400" algn="l">
              <a:spcBef>
                <a:spcPts val="320"/>
              </a:spcBef>
              <a:spcAft>
                <a:spcPts val="0"/>
              </a:spcAft>
              <a:buClr>
                <a:schemeClr val="dk1"/>
              </a:buClr>
              <a:buSzPts val="1600"/>
              <a:buNone/>
              <a:defRPr b="1" sz="1600"/>
            </a:lvl7pPr>
            <a:lvl8pPr indent="-228600" lvl="7" marL="3657600" algn="l">
              <a:spcBef>
                <a:spcPts val="320"/>
              </a:spcBef>
              <a:spcAft>
                <a:spcPts val="0"/>
              </a:spcAft>
              <a:buClr>
                <a:schemeClr val="dk1"/>
              </a:buClr>
              <a:buSzPts val="1600"/>
              <a:buNone/>
              <a:defRPr b="1" sz="1600"/>
            </a:lvl8pPr>
            <a:lvl9pPr indent="-228600" lvl="8" marL="4114800" algn="l">
              <a:spcBef>
                <a:spcPts val="320"/>
              </a:spcBef>
              <a:spcAft>
                <a:spcPts val="0"/>
              </a:spcAft>
              <a:buClr>
                <a:schemeClr val="dk1"/>
              </a:buClr>
              <a:buSzPts val="1600"/>
              <a:buNone/>
              <a:defRPr b="1" sz="1600"/>
            </a:lvl9pPr>
          </a:lstStyle>
          <a:p/>
        </p:txBody>
      </p:sp>
      <p:sp>
        <p:nvSpPr>
          <p:cNvPr id="43" name="Google Shape;43;p6"/>
          <p:cNvSpPr txBox="1"/>
          <p:nvPr>
            <p:ph idx="2" type="body"/>
          </p:nvPr>
        </p:nvSpPr>
        <p:spPr>
          <a:xfrm>
            <a:off x="609600" y="2174875"/>
            <a:ext cx="5386917" cy="3951288"/>
          </a:xfrm>
          <a:prstGeom prst="rect">
            <a:avLst/>
          </a:prstGeom>
          <a:noFill/>
          <a:ln>
            <a:noFill/>
          </a:ln>
        </p:spPr>
        <p:txBody>
          <a:bodyPr anchorCtr="0" anchor="t" bIns="45700" lIns="91425" spcFirstLastPara="1" rIns="91425" wrap="square" tIns="45700">
            <a:noAutofit/>
          </a:bodyPr>
          <a:lstStyle>
            <a:lvl1pPr indent="-381000" lvl="0" marL="457200" algn="l">
              <a:spcBef>
                <a:spcPts val="480"/>
              </a:spcBef>
              <a:spcAft>
                <a:spcPts val="0"/>
              </a:spcAft>
              <a:buClr>
                <a:schemeClr val="dk1"/>
              </a:buClr>
              <a:buSzPts val="2400"/>
              <a:buChar char="•"/>
              <a:defRPr sz="2400"/>
            </a:lvl1pPr>
            <a:lvl2pPr indent="-355600" lvl="1" marL="914400" algn="l">
              <a:spcBef>
                <a:spcPts val="400"/>
              </a:spcBef>
              <a:spcAft>
                <a:spcPts val="0"/>
              </a:spcAft>
              <a:buClr>
                <a:schemeClr val="dk1"/>
              </a:buClr>
              <a:buSzPts val="2000"/>
              <a:buChar char="–"/>
              <a:defRPr sz="2000"/>
            </a:lvl2pPr>
            <a:lvl3pPr indent="-342900" lvl="2" marL="1371600" algn="l">
              <a:spcBef>
                <a:spcPts val="360"/>
              </a:spcBef>
              <a:spcAft>
                <a:spcPts val="0"/>
              </a:spcAft>
              <a:buClr>
                <a:schemeClr val="dk1"/>
              </a:buClr>
              <a:buSzPts val="1800"/>
              <a:buChar char="•"/>
              <a:defRPr sz="1800"/>
            </a:lvl3pPr>
            <a:lvl4pPr indent="-330200" lvl="3" marL="1828800" algn="l">
              <a:spcBef>
                <a:spcPts val="320"/>
              </a:spcBef>
              <a:spcAft>
                <a:spcPts val="0"/>
              </a:spcAft>
              <a:buClr>
                <a:schemeClr val="dk1"/>
              </a:buClr>
              <a:buSzPts val="1600"/>
              <a:buChar char="–"/>
              <a:defRPr sz="1600"/>
            </a:lvl4pPr>
            <a:lvl5pPr indent="-330200" lvl="4" marL="2286000" algn="l">
              <a:spcBef>
                <a:spcPts val="320"/>
              </a:spcBef>
              <a:spcAft>
                <a:spcPts val="0"/>
              </a:spcAft>
              <a:buClr>
                <a:schemeClr val="dk1"/>
              </a:buClr>
              <a:buSzPts val="1600"/>
              <a:buChar char="»"/>
              <a:defRPr sz="1600"/>
            </a:lvl5pPr>
            <a:lvl6pPr indent="-330200" lvl="5" marL="2743200" algn="l">
              <a:spcBef>
                <a:spcPts val="320"/>
              </a:spcBef>
              <a:spcAft>
                <a:spcPts val="0"/>
              </a:spcAft>
              <a:buClr>
                <a:schemeClr val="dk1"/>
              </a:buClr>
              <a:buSzPts val="1600"/>
              <a:buChar char="•"/>
              <a:defRPr sz="1600"/>
            </a:lvl6pPr>
            <a:lvl7pPr indent="-330200" lvl="6" marL="3200400" algn="l">
              <a:spcBef>
                <a:spcPts val="320"/>
              </a:spcBef>
              <a:spcAft>
                <a:spcPts val="0"/>
              </a:spcAft>
              <a:buClr>
                <a:schemeClr val="dk1"/>
              </a:buClr>
              <a:buSzPts val="1600"/>
              <a:buChar char="•"/>
              <a:defRPr sz="1600"/>
            </a:lvl7pPr>
            <a:lvl8pPr indent="-330200" lvl="7" marL="3657600" algn="l">
              <a:spcBef>
                <a:spcPts val="320"/>
              </a:spcBef>
              <a:spcAft>
                <a:spcPts val="0"/>
              </a:spcAft>
              <a:buClr>
                <a:schemeClr val="dk1"/>
              </a:buClr>
              <a:buSzPts val="1600"/>
              <a:buChar char="•"/>
              <a:defRPr sz="1600"/>
            </a:lvl8pPr>
            <a:lvl9pPr indent="-330200" lvl="8" marL="4114800" algn="l">
              <a:spcBef>
                <a:spcPts val="320"/>
              </a:spcBef>
              <a:spcAft>
                <a:spcPts val="0"/>
              </a:spcAft>
              <a:buClr>
                <a:schemeClr val="dk1"/>
              </a:buClr>
              <a:buSzPts val="1600"/>
              <a:buChar char="•"/>
              <a:defRPr sz="1600"/>
            </a:lvl9pPr>
          </a:lstStyle>
          <a:p/>
        </p:txBody>
      </p:sp>
      <p:sp>
        <p:nvSpPr>
          <p:cNvPr id="44" name="Google Shape;44;p6"/>
          <p:cNvSpPr txBox="1"/>
          <p:nvPr>
            <p:ph idx="3" type="body"/>
          </p:nvPr>
        </p:nvSpPr>
        <p:spPr>
          <a:xfrm>
            <a:off x="6193369" y="1535113"/>
            <a:ext cx="5389033" cy="639762"/>
          </a:xfrm>
          <a:prstGeom prst="rect">
            <a:avLst/>
          </a:prstGeom>
          <a:noFill/>
          <a:ln>
            <a:noFill/>
          </a:ln>
        </p:spPr>
        <p:txBody>
          <a:bodyPr anchorCtr="0" anchor="b" bIns="45700" lIns="91425" spcFirstLastPara="1" rIns="91425" wrap="square" tIns="45700">
            <a:noAutofit/>
          </a:bodyPr>
          <a:lstStyle>
            <a:lvl1pPr indent="-228600" lvl="0" marL="457200" algn="l">
              <a:spcBef>
                <a:spcPts val="480"/>
              </a:spcBef>
              <a:spcAft>
                <a:spcPts val="0"/>
              </a:spcAft>
              <a:buClr>
                <a:schemeClr val="dk1"/>
              </a:buClr>
              <a:buSzPts val="2400"/>
              <a:buNone/>
              <a:defRPr b="1" sz="2400"/>
            </a:lvl1pPr>
            <a:lvl2pPr indent="-228600" lvl="1" marL="914400" algn="l">
              <a:spcBef>
                <a:spcPts val="400"/>
              </a:spcBef>
              <a:spcAft>
                <a:spcPts val="0"/>
              </a:spcAft>
              <a:buClr>
                <a:schemeClr val="dk1"/>
              </a:buClr>
              <a:buSzPts val="2000"/>
              <a:buNone/>
              <a:defRPr b="1" sz="2000"/>
            </a:lvl2pPr>
            <a:lvl3pPr indent="-228600" lvl="2" marL="1371600" algn="l">
              <a:spcBef>
                <a:spcPts val="360"/>
              </a:spcBef>
              <a:spcAft>
                <a:spcPts val="0"/>
              </a:spcAft>
              <a:buClr>
                <a:schemeClr val="dk1"/>
              </a:buClr>
              <a:buSzPts val="1800"/>
              <a:buNone/>
              <a:defRPr b="1" sz="1800"/>
            </a:lvl3pPr>
            <a:lvl4pPr indent="-228600" lvl="3" marL="1828800" algn="l">
              <a:spcBef>
                <a:spcPts val="320"/>
              </a:spcBef>
              <a:spcAft>
                <a:spcPts val="0"/>
              </a:spcAft>
              <a:buClr>
                <a:schemeClr val="dk1"/>
              </a:buClr>
              <a:buSzPts val="1600"/>
              <a:buNone/>
              <a:defRPr b="1" sz="1600"/>
            </a:lvl4pPr>
            <a:lvl5pPr indent="-228600" lvl="4" marL="2286000" algn="l">
              <a:spcBef>
                <a:spcPts val="320"/>
              </a:spcBef>
              <a:spcAft>
                <a:spcPts val="0"/>
              </a:spcAft>
              <a:buClr>
                <a:schemeClr val="dk1"/>
              </a:buClr>
              <a:buSzPts val="1600"/>
              <a:buNone/>
              <a:defRPr b="1" sz="1600"/>
            </a:lvl5pPr>
            <a:lvl6pPr indent="-228600" lvl="5" marL="2743200" algn="l">
              <a:spcBef>
                <a:spcPts val="320"/>
              </a:spcBef>
              <a:spcAft>
                <a:spcPts val="0"/>
              </a:spcAft>
              <a:buClr>
                <a:schemeClr val="dk1"/>
              </a:buClr>
              <a:buSzPts val="1600"/>
              <a:buNone/>
              <a:defRPr b="1" sz="1600"/>
            </a:lvl6pPr>
            <a:lvl7pPr indent="-228600" lvl="6" marL="3200400" algn="l">
              <a:spcBef>
                <a:spcPts val="320"/>
              </a:spcBef>
              <a:spcAft>
                <a:spcPts val="0"/>
              </a:spcAft>
              <a:buClr>
                <a:schemeClr val="dk1"/>
              </a:buClr>
              <a:buSzPts val="1600"/>
              <a:buNone/>
              <a:defRPr b="1" sz="1600"/>
            </a:lvl7pPr>
            <a:lvl8pPr indent="-228600" lvl="7" marL="3657600" algn="l">
              <a:spcBef>
                <a:spcPts val="320"/>
              </a:spcBef>
              <a:spcAft>
                <a:spcPts val="0"/>
              </a:spcAft>
              <a:buClr>
                <a:schemeClr val="dk1"/>
              </a:buClr>
              <a:buSzPts val="1600"/>
              <a:buNone/>
              <a:defRPr b="1" sz="1600"/>
            </a:lvl8pPr>
            <a:lvl9pPr indent="-228600" lvl="8" marL="4114800" algn="l">
              <a:spcBef>
                <a:spcPts val="320"/>
              </a:spcBef>
              <a:spcAft>
                <a:spcPts val="0"/>
              </a:spcAft>
              <a:buClr>
                <a:schemeClr val="dk1"/>
              </a:buClr>
              <a:buSzPts val="1600"/>
              <a:buNone/>
              <a:defRPr b="1" sz="1600"/>
            </a:lvl9pPr>
          </a:lstStyle>
          <a:p/>
        </p:txBody>
      </p:sp>
      <p:sp>
        <p:nvSpPr>
          <p:cNvPr id="45" name="Google Shape;45;p6"/>
          <p:cNvSpPr txBox="1"/>
          <p:nvPr>
            <p:ph idx="4" type="body"/>
          </p:nvPr>
        </p:nvSpPr>
        <p:spPr>
          <a:xfrm>
            <a:off x="6193369" y="2174875"/>
            <a:ext cx="5389033" cy="3951288"/>
          </a:xfrm>
          <a:prstGeom prst="rect">
            <a:avLst/>
          </a:prstGeom>
          <a:noFill/>
          <a:ln>
            <a:noFill/>
          </a:ln>
        </p:spPr>
        <p:txBody>
          <a:bodyPr anchorCtr="0" anchor="t" bIns="45700" lIns="91425" spcFirstLastPara="1" rIns="91425" wrap="square" tIns="45700">
            <a:noAutofit/>
          </a:bodyPr>
          <a:lstStyle>
            <a:lvl1pPr indent="-381000" lvl="0" marL="457200" algn="l">
              <a:spcBef>
                <a:spcPts val="480"/>
              </a:spcBef>
              <a:spcAft>
                <a:spcPts val="0"/>
              </a:spcAft>
              <a:buClr>
                <a:schemeClr val="dk1"/>
              </a:buClr>
              <a:buSzPts val="2400"/>
              <a:buChar char="•"/>
              <a:defRPr sz="2400"/>
            </a:lvl1pPr>
            <a:lvl2pPr indent="-355600" lvl="1" marL="914400" algn="l">
              <a:spcBef>
                <a:spcPts val="400"/>
              </a:spcBef>
              <a:spcAft>
                <a:spcPts val="0"/>
              </a:spcAft>
              <a:buClr>
                <a:schemeClr val="dk1"/>
              </a:buClr>
              <a:buSzPts val="2000"/>
              <a:buChar char="–"/>
              <a:defRPr sz="2000"/>
            </a:lvl2pPr>
            <a:lvl3pPr indent="-342900" lvl="2" marL="1371600" algn="l">
              <a:spcBef>
                <a:spcPts val="360"/>
              </a:spcBef>
              <a:spcAft>
                <a:spcPts val="0"/>
              </a:spcAft>
              <a:buClr>
                <a:schemeClr val="dk1"/>
              </a:buClr>
              <a:buSzPts val="1800"/>
              <a:buChar char="•"/>
              <a:defRPr sz="1800"/>
            </a:lvl3pPr>
            <a:lvl4pPr indent="-330200" lvl="3" marL="1828800" algn="l">
              <a:spcBef>
                <a:spcPts val="320"/>
              </a:spcBef>
              <a:spcAft>
                <a:spcPts val="0"/>
              </a:spcAft>
              <a:buClr>
                <a:schemeClr val="dk1"/>
              </a:buClr>
              <a:buSzPts val="1600"/>
              <a:buChar char="–"/>
              <a:defRPr sz="1600"/>
            </a:lvl4pPr>
            <a:lvl5pPr indent="-330200" lvl="4" marL="2286000" algn="l">
              <a:spcBef>
                <a:spcPts val="320"/>
              </a:spcBef>
              <a:spcAft>
                <a:spcPts val="0"/>
              </a:spcAft>
              <a:buClr>
                <a:schemeClr val="dk1"/>
              </a:buClr>
              <a:buSzPts val="1600"/>
              <a:buChar char="»"/>
              <a:defRPr sz="1600"/>
            </a:lvl5pPr>
            <a:lvl6pPr indent="-330200" lvl="5" marL="2743200" algn="l">
              <a:spcBef>
                <a:spcPts val="320"/>
              </a:spcBef>
              <a:spcAft>
                <a:spcPts val="0"/>
              </a:spcAft>
              <a:buClr>
                <a:schemeClr val="dk1"/>
              </a:buClr>
              <a:buSzPts val="1600"/>
              <a:buChar char="•"/>
              <a:defRPr sz="1600"/>
            </a:lvl6pPr>
            <a:lvl7pPr indent="-330200" lvl="6" marL="3200400" algn="l">
              <a:spcBef>
                <a:spcPts val="320"/>
              </a:spcBef>
              <a:spcAft>
                <a:spcPts val="0"/>
              </a:spcAft>
              <a:buClr>
                <a:schemeClr val="dk1"/>
              </a:buClr>
              <a:buSzPts val="1600"/>
              <a:buChar char="•"/>
              <a:defRPr sz="1600"/>
            </a:lvl7pPr>
            <a:lvl8pPr indent="-330200" lvl="7" marL="3657600" algn="l">
              <a:spcBef>
                <a:spcPts val="320"/>
              </a:spcBef>
              <a:spcAft>
                <a:spcPts val="0"/>
              </a:spcAft>
              <a:buClr>
                <a:schemeClr val="dk1"/>
              </a:buClr>
              <a:buSzPts val="1600"/>
              <a:buChar char="•"/>
              <a:defRPr sz="1600"/>
            </a:lvl8pPr>
            <a:lvl9pPr indent="-330200" lvl="8" marL="4114800" algn="l">
              <a:spcBef>
                <a:spcPts val="320"/>
              </a:spcBef>
              <a:spcAft>
                <a:spcPts val="0"/>
              </a:spcAft>
              <a:buClr>
                <a:schemeClr val="dk1"/>
              </a:buClr>
              <a:buSzPts val="1600"/>
              <a:buChar char="•"/>
              <a:defRPr sz="1600"/>
            </a:lvl9pPr>
          </a:lstStyle>
          <a:p/>
        </p:txBody>
      </p:sp>
      <p:sp>
        <p:nvSpPr>
          <p:cNvPr id="46" name="Google Shape;46;p6"/>
          <p:cNvSpPr txBox="1"/>
          <p:nvPr>
            <p:ph idx="10" type="dt"/>
          </p:nvPr>
        </p:nvSpPr>
        <p:spPr>
          <a:xfrm>
            <a:off x="609600" y="6356353"/>
            <a:ext cx="28448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7" name="Google Shape;47;p6"/>
          <p:cNvSpPr txBox="1"/>
          <p:nvPr>
            <p:ph idx="11" type="ftr"/>
          </p:nvPr>
        </p:nvSpPr>
        <p:spPr>
          <a:xfrm>
            <a:off x="4165600" y="6356353"/>
            <a:ext cx="38608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8" name="Google Shape;48;p6"/>
          <p:cNvSpPr txBox="1"/>
          <p:nvPr>
            <p:ph idx="12" type="sldNum"/>
          </p:nvPr>
        </p:nvSpPr>
        <p:spPr>
          <a:xfrm>
            <a:off x="8737600" y="6356353"/>
            <a:ext cx="28448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spcAft>
                <a:spcPts val="0"/>
              </a:spcAft>
              <a:buNone/>
              <a:defRPr b="0" i="0" sz="1200" u="none" cap="none" strike="noStrike">
                <a:solidFill>
                  <a:srgbClr val="898989"/>
                </a:solidFill>
                <a:latin typeface="Oswald"/>
                <a:ea typeface="Oswald"/>
                <a:cs typeface="Oswald"/>
                <a:sym typeface="Oswald"/>
              </a:defRPr>
            </a:lvl1pPr>
            <a:lvl2pPr indent="0" lvl="1" marL="0" algn="r">
              <a:spcBef>
                <a:spcPts val="0"/>
              </a:spcBef>
              <a:spcAft>
                <a:spcPts val="0"/>
              </a:spcAft>
              <a:buNone/>
              <a:defRPr b="0" i="0" sz="1200" u="none" cap="none" strike="noStrike">
                <a:solidFill>
                  <a:srgbClr val="898989"/>
                </a:solidFill>
                <a:latin typeface="Oswald"/>
                <a:ea typeface="Oswald"/>
                <a:cs typeface="Oswald"/>
                <a:sym typeface="Oswald"/>
              </a:defRPr>
            </a:lvl2pPr>
            <a:lvl3pPr indent="0" lvl="2" marL="0" algn="r">
              <a:spcBef>
                <a:spcPts val="0"/>
              </a:spcBef>
              <a:spcAft>
                <a:spcPts val="0"/>
              </a:spcAft>
              <a:buNone/>
              <a:defRPr b="0" i="0" sz="1200" u="none" cap="none" strike="noStrike">
                <a:solidFill>
                  <a:srgbClr val="898989"/>
                </a:solidFill>
                <a:latin typeface="Oswald"/>
                <a:ea typeface="Oswald"/>
                <a:cs typeface="Oswald"/>
                <a:sym typeface="Oswald"/>
              </a:defRPr>
            </a:lvl3pPr>
            <a:lvl4pPr indent="0" lvl="3" marL="0" algn="r">
              <a:spcBef>
                <a:spcPts val="0"/>
              </a:spcBef>
              <a:spcAft>
                <a:spcPts val="0"/>
              </a:spcAft>
              <a:buNone/>
              <a:defRPr b="0" i="0" sz="1200" u="none" cap="none" strike="noStrike">
                <a:solidFill>
                  <a:srgbClr val="898989"/>
                </a:solidFill>
                <a:latin typeface="Oswald"/>
                <a:ea typeface="Oswald"/>
                <a:cs typeface="Oswald"/>
                <a:sym typeface="Oswald"/>
              </a:defRPr>
            </a:lvl4pPr>
            <a:lvl5pPr indent="0" lvl="4" marL="0" algn="r">
              <a:spcBef>
                <a:spcPts val="0"/>
              </a:spcBef>
              <a:spcAft>
                <a:spcPts val="0"/>
              </a:spcAft>
              <a:buNone/>
              <a:defRPr b="0" i="0" sz="1200" u="none" cap="none" strike="noStrike">
                <a:solidFill>
                  <a:srgbClr val="898989"/>
                </a:solidFill>
                <a:latin typeface="Oswald"/>
                <a:ea typeface="Oswald"/>
                <a:cs typeface="Oswald"/>
                <a:sym typeface="Oswald"/>
              </a:defRPr>
            </a:lvl5pPr>
            <a:lvl6pPr indent="0" lvl="5" marL="0" algn="r">
              <a:spcBef>
                <a:spcPts val="0"/>
              </a:spcBef>
              <a:spcAft>
                <a:spcPts val="0"/>
              </a:spcAft>
              <a:buNone/>
              <a:defRPr b="0" i="0" sz="1200" u="none" cap="none" strike="noStrike">
                <a:solidFill>
                  <a:srgbClr val="898989"/>
                </a:solidFill>
                <a:latin typeface="Oswald"/>
                <a:ea typeface="Oswald"/>
                <a:cs typeface="Oswald"/>
                <a:sym typeface="Oswald"/>
              </a:defRPr>
            </a:lvl6pPr>
            <a:lvl7pPr indent="0" lvl="6" marL="0" algn="r">
              <a:spcBef>
                <a:spcPts val="0"/>
              </a:spcBef>
              <a:spcAft>
                <a:spcPts val="0"/>
              </a:spcAft>
              <a:buNone/>
              <a:defRPr b="0" i="0" sz="1200" u="none" cap="none" strike="noStrike">
                <a:solidFill>
                  <a:srgbClr val="898989"/>
                </a:solidFill>
                <a:latin typeface="Oswald"/>
                <a:ea typeface="Oswald"/>
                <a:cs typeface="Oswald"/>
                <a:sym typeface="Oswald"/>
              </a:defRPr>
            </a:lvl7pPr>
            <a:lvl8pPr indent="0" lvl="7" marL="0" algn="r">
              <a:spcBef>
                <a:spcPts val="0"/>
              </a:spcBef>
              <a:spcAft>
                <a:spcPts val="0"/>
              </a:spcAft>
              <a:buNone/>
              <a:defRPr b="0" i="0" sz="1200" u="none" cap="none" strike="noStrike">
                <a:solidFill>
                  <a:srgbClr val="898989"/>
                </a:solidFill>
                <a:latin typeface="Oswald"/>
                <a:ea typeface="Oswald"/>
                <a:cs typeface="Oswald"/>
                <a:sym typeface="Oswald"/>
              </a:defRPr>
            </a:lvl8pPr>
            <a:lvl9pPr indent="0" lvl="8" marL="0" algn="r">
              <a:spcBef>
                <a:spcPts val="0"/>
              </a:spcBef>
              <a:spcAft>
                <a:spcPts val="0"/>
              </a:spcAft>
              <a:buNone/>
              <a:defRPr b="0" i="0" sz="1200" u="none" cap="none" strike="noStrike">
                <a:solidFill>
                  <a:srgbClr val="898989"/>
                </a:solidFill>
                <a:latin typeface="Oswald"/>
                <a:ea typeface="Oswald"/>
                <a:cs typeface="Oswald"/>
                <a:sym typeface="Oswald"/>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49" name="Shape 49"/>
        <p:cNvGrpSpPr/>
        <p:nvPr/>
      </p:nvGrpSpPr>
      <p:grpSpPr>
        <a:xfrm>
          <a:off x="0" y="0"/>
          <a:ext cx="0" cy="0"/>
          <a:chOff x="0" y="0"/>
          <a:chExt cx="0" cy="0"/>
        </a:xfrm>
      </p:grpSpPr>
      <p:sp>
        <p:nvSpPr>
          <p:cNvPr id="50" name="Google Shape;50;p7"/>
          <p:cNvSpPr txBox="1"/>
          <p:nvPr>
            <p:ph type="title"/>
          </p:nvPr>
        </p:nvSpPr>
        <p:spPr>
          <a:xfrm>
            <a:off x="609600" y="-47625"/>
            <a:ext cx="10972800" cy="1143000"/>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ctr">
              <a:spcBef>
                <a:spcPts val="0"/>
              </a:spcBef>
              <a:spcAft>
                <a:spcPts val="0"/>
              </a:spcAft>
              <a:buSzPts val="1400"/>
              <a:buNone/>
              <a:defRPr/>
            </a:lvl2pPr>
            <a:lvl3pPr lvl="2" algn="ctr">
              <a:spcBef>
                <a:spcPts val="0"/>
              </a:spcBef>
              <a:spcAft>
                <a:spcPts val="0"/>
              </a:spcAft>
              <a:buSzPts val="1400"/>
              <a:buNone/>
              <a:defRPr/>
            </a:lvl3pPr>
            <a:lvl4pPr lvl="3" algn="ctr">
              <a:spcBef>
                <a:spcPts val="0"/>
              </a:spcBef>
              <a:spcAft>
                <a:spcPts val="0"/>
              </a:spcAft>
              <a:buSzPts val="1400"/>
              <a:buNone/>
              <a:defRPr/>
            </a:lvl4pPr>
            <a:lvl5pPr lvl="4" algn="ctr">
              <a:spcBef>
                <a:spcPts val="0"/>
              </a:spcBef>
              <a:spcAft>
                <a:spcPts val="0"/>
              </a:spcAft>
              <a:buSzPts val="1400"/>
              <a:buNone/>
              <a:defRPr/>
            </a:lvl5pPr>
            <a:lvl6pPr lvl="5" algn="ctr">
              <a:spcBef>
                <a:spcPts val="0"/>
              </a:spcBef>
              <a:spcAft>
                <a:spcPts val="0"/>
              </a:spcAft>
              <a:buSzPts val="1400"/>
              <a:buNone/>
              <a:defRPr/>
            </a:lvl6pPr>
            <a:lvl7pPr lvl="6" algn="ctr">
              <a:spcBef>
                <a:spcPts val="0"/>
              </a:spcBef>
              <a:spcAft>
                <a:spcPts val="0"/>
              </a:spcAft>
              <a:buSzPts val="1400"/>
              <a:buNone/>
              <a:defRPr/>
            </a:lvl7pPr>
            <a:lvl8pPr lvl="7" algn="ctr">
              <a:spcBef>
                <a:spcPts val="0"/>
              </a:spcBef>
              <a:spcAft>
                <a:spcPts val="0"/>
              </a:spcAft>
              <a:buSzPts val="1400"/>
              <a:buNone/>
              <a:defRPr/>
            </a:lvl8pPr>
            <a:lvl9pPr lvl="8" algn="ctr">
              <a:spcBef>
                <a:spcPts val="0"/>
              </a:spcBef>
              <a:spcAft>
                <a:spcPts val="0"/>
              </a:spcAft>
              <a:buSzPts val="1400"/>
              <a:buNone/>
              <a:defRPr/>
            </a:lvl9pPr>
          </a:lstStyle>
          <a:p/>
        </p:txBody>
      </p:sp>
      <p:sp>
        <p:nvSpPr>
          <p:cNvPr id="51" name="Google Shape;51;p7"/>
          <p:cNvSpPr txBox="1"/>
          <p:nvPr>
            <p:ph idx="10" type="dt"/>
          </p:nvPr>
        </p:nvSpPr>
        <p:spPr>
          <a:xfrm>
            <a:off x="609600" y="6356353"/>
            <a:ext cx="28448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7"/>
          <p:cNvSpPr txBox="1"/>
          <p:nvPr>
            <p:ph idx="11" type="ftr"/>
          </p:nvPr>
        </p:nvSpPr>
        <p:spPr>
          <a:xfrm>
            <a:off x="4165600" y="6356353"/>
            <a:ext cx="38608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7"/>
          <p:cNvSpPr txBox="1"/>
          <p:nvPr>
            <p:ph idx="12" type="sldNum"/>
          </p:nvPr>
        </p:nvSpPr>
        <p:spPr>
          <a:xfrm>
            <a:off x="8737600" y="6356353"/>
            <a:ext cx="28448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spcAft>
                <a:spcPts val="0"/>
              </a:spcAft>
              <a:buNone/>
              <a:defRPr b="0" i="0" sz="1200" u="none" cap="none" strike="noStrike">
                <a:solidFill>
                  <a:srgbClr val="898989"/>
                </a:solidFill>
                <a:latin typeface="Oswald"/>
                <a:ea typeface="Oswald"/>
                <a:cs typeface="Oswald"/>
                <a:sym typeface="Oswald"/>
              </a:defRPr>
            </a:lvl1pPr>
            <a:lvl2pPr indent="0" lvl="1" marL="0" algn="r">
              <a:spcBef>
                <a:spcPts val="0"/>
              </a:spcBef>
              <a:spcAft>
                <a:spcPts val="0"/>
              </a:spcAft>
              <a:buNone/>
              <a:defRPr b="0" i="0" sz="1200" u="none" cap="none" strike="noStrike">
                <a:solidFill>
                  <a:srgbClr val="898989"/>
                </a:solidFill>
                <a:latin typeface="Oswald"/>
                <a:ea typeface="Oswald"/>
                <a:cs typeface="Oswald"/>
                <a:sym typeface="Oswald"/>
              </a:defRPr>
            </a:lvl2pPr>
            <a:lvl3pPr indent="0" lvl="2" marL="0" algn="r">
              <a:spcBef>
                <a:spcPts val="0"/>
              </a:spcBef>
              <a:spcAft>
                <a:spcPts val="0"/>
              </a:spcAft>
              <a:buNone/>
              <a:defRPr b="0" i="0" sz="1200" u="none" cap="none" strike="noStrike">
                <a:solidFill>
                  <a:srgbClr val="898989"/>
                </a:solidFill>
                <a:latin typeface="Oswald"/>
                <a:ea typeface="Oswald"/>
                <a:cs typeface="Oswald"/>
                <a:sym typeface="Oswald"/>
              </a:defRPr>
            </a:lvl3pPr>
            <a:lvl4pPr indent="0" lvl="3" marL="0" algn="r">
              <a:spcBef>
                <a:spcPts val="0"/>
              </a:spcBef>
              <a:spcAft>
                <a:spcPts val="0"/>
              </a:spcAft>
              <a:buNone/>
              <a:defRPr b="0" i="0" sz="1200" u="none" cap="none" strike="noStrike">
                <a:solidFill>
                  <a:srgbClr val="898989"/>
                </a:solidFill>
                <a:latin typeface="Oswald"/>
                <a:ea typeface="Oswald"/>
                <a:cs typeface="Oswald"/>
                <a:sym typeface="Oswald"/>
              </a:defRPr>
            </a:lvl4pPr>
            <a:lvl5pPr indent="0" lvl="4" marL="0" algn="r">
              <a:spcBef>
                <a:spcPts val="0"/>
              </a:spcBef>
              <a:spcAft>
                <a:spcPts val="0"/>
              </a:spcAft>
              <a:buNone/>
              <a:defRPr b="0" i="0" sz="1200" u="none" cap="none" strike="noStrike">
                <a:solidFill>
                  <a:srgbClr val="898989"/>
                </a:solidFill>
                <a:latin typeface="Oswald"/>
                <a:ea typeface="Oswald"/>
                <a:cs typeface="Oswald"/>
                <a:sym typeface="Oswald"/>
              </a:defRPr>
            </a:lvl5pPr>
            <a:lvl6pPr indent="0" lvl="5" marL="0" algn="r">
              <a:spcBef>
                <a:spcPts val="0"/>
              </a:spcBef>
              <a:spcAft>
                <a:spcPts val="0"/>
              </a:spcAft>
              <a:buNone/>
              <a:defRPr b="0" i="0" sz="1200" u="none" cap="none" strike="noStrike">
                <a:solidFill>
                  <a:srgbClr val="898989"/>
                </a:solidFill>
                <a:latin typeface="Oswald"/>
                <a:ea typeface="Oswald"/>
                <a:cs typeface="Oswald"/>
                <a:sym typeface="Oswald"/>
              </a:defRPr>
            </a:lvl6pPr>
            <a:lvl7pPr indent="0" lvl="6" marL="0" algn="r">
              <a:spcBef>
                <a:spcPts val="0"/>
              </a:spcBef>
              <a:spcAft>
                <a:spcPts val="0"/>
              </a:spcAft>
              <a:buNone/>
              <a:defRPr b="0" i="0" sz="1200" u="none" cap="none" strike="noStrike">
                <a:solidFill>
                  <a:srgbClr val="898989"/>
                </a:solidFill>
                <a:latin typeface="Oswald"/>
                <a:ea typeface="Oswald"/>
                <a:cs typeface="Oswald"/>
                <a:sym typeface="Oswald"/>
              </a:defRPr>
            </a:lvl7pPr>
            <a:lvl8pPr indent="0" lvl="7" marL="0" algn="r">
              <a:spcBef>
                <a:spcPts val="0"/>
              </a:spcBef>
              <a:spcAft>
                <a:spcPts val="0"/>
              </a:spcAft>
              <a:buNone/>
              <a:defRPr b="0" i="0" sz="1200" u="none" cap="none" strike="noStrike">
                <a:solidFill>
                  <a:srgbClr val="898989"/>
                </a:solidFill>
                <a:latin typeface="Oswald"/>
                <a:ea typeface="Oswald"/>
                <a:cs typeface="Oswald"/>
                <a:sym typeface="Oswald"/>
              </a:defRPr>
            </a:lvl8pPr>
            <a:lvl9pPr indent="0" lvl="8" marL="0" algn="r">
              <a:spcBef>
                <a:spcPts val="0"/>
              </a:spcBef>
              <a:spcAft>
                <a:spcPts val="0"/>
              </a:spcAft>
              <a:buNone/>
              <a:defRPr b="0" i="0" sz="1200" u="none" cap="none" strike="noStrike">
                <a:solidFill>
                  <a:srgbClr val="898989"/>
                </a:solidFill>
                <a:latin typeface="Oswald"/>
                <a:ea typeface="Oswald"/>
                <a:cs typeface="Oswald"/>
                <a:sym typeface="Oswald"/>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54" name="Shape 54"/>
        <p:cNvGrpSpPr/>
        <p:nvPr/>
      </p:nvGrpSpPr>
      <p:grpSpPr>
        <a:xfrm>
          <a:off x="0" y="0"/>
          <a:ext cx="0" cy="0"/>
          <a:chOff x="0" y="0"/>
          <a:chExt cx="0" cy="0"/>
        </a:xfrm>
      </p:grpSpPr>
      <p:sp>
        <p:nvSpPr>
          <p:cNvPr id="55" name="Google Shape;55;p8"/>
          <p:cNvSpPr txBox="1"/>
          <p:nvPr>
            <p:ph idx="10" type="dt"/>
          </p:nvPr>
        </p:nvSpPr>
        <p:spPr>
          <a:xfrm>
            <a:off x="609600" y="6356353"/>
            <a:ext cx="28448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6" name="Google Shape;56;p8"/>
          <p:cNvSpPr txBox="1"/>
          <p:nvPr>
            <p:ph idx="11" type="ftr"/>
          </p:nvPr>
        </p:nvSpPr>
        <p:spPr>
          <a:xfrm>
            <a:off x="4165600" y="6356353"/>
            <a:ext cx="38608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8"/>
          <p:cNvSpPr txBox="1"/>
          <p:nvPr>
            <p:ph idx="12" type="sldNum"/>
          </p:nvPr>
        </p:nvSpPr>
        <p:spPr>
          <a:xfrm>
            <a:off x="8737600" y="6356353"/>
            <a:ext cx="28448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spcAft>
                <a:spcPts val="0"/>
              </a:spcAft>
              <a:buNone/>
              <a:defRPr b="0" i="0" sz="1200" u="none" cap="none" strike="noStrike">
                <a:solidFill>
                  <a:srgbClr val="898989"/>
                </a:solidFill>
                <a:latin typeface="Oswald"/>
                <a:ea typeface="Oswald"/>
                <a:cs typeface="Oswald"/>
                <a:sym typeface="Oswald"/>
              </a:defRPr>
            </a:lvl1pPr>
            <a:lvl2pPr indent="0" lvl="1" marL="0" algn="r">
              <a:spcBef>
                <a:spcPts val="0"/>
              </a:spcBef>
              <a:spcAft>
                <a:spcPts val="0"/>
              </a:spcAft>
              <a:buNone/>
              <a:defRPr b="0" i="0" sz="1200" u="none" cap="none" strike="noStrike">
                <a:solidFill>
                  <a:srgbClr val="898989"/>
                </a:solidFill>
                <a:latin typeface="Oswald"/>
                <a:ea typeface="Oswald"/>
                <a:cs typeface="Oswald"/>
                <a:sym typeface="Oswald"/>
              </a:defRPr>
            </a:lvl2pPr>
            <a:lvl3pPr indent="0" lvl="2" marL="0" algn="r">
              <a:spcBef>
                <a:spcPts val="0"/>
              </a:spcBef>
              <a:spcAft>
                <a:spcPts val="0"/>
              </a:spcAft>
              <a:buNone/>
              <a:defRPr b="0" i="0" sz="1200" u="none" cap="none" strike="noStrike">
                <a:solidFill>
                  <a:srgbClr val="898989"/>
                </a:solidFill>
                <a:latin typeface="Oswald"/>
                <a:ea typeface="Oswald"/>
                <a:cs typeface="Oswald"/>
                <a:sym typeface="Oswald"/>
              </a:defRPr>
            </a:lvl3pPr>
            <a:lvl4pPr indent="0" lvl="3" marL="0" algn="r">
              <a:spcBef>
                <a:spcPts val="0"/>
              </a:spcBef>
              <a:spcAft>
                <a:spcPts val="0"/>
              </a:spcAft>
              <a:buNone/>
              <a:defRPr b="0" i="0" sz="1200" u="none" cap="none" strike="noStrike">
                <a:solidFill>
                  <a:srgbClr val="898989"/>
                </a:solidFill>
                <a:latin typeface="Oswald"/>
                <a:ea typeface="Oswald"/>
                <a:cs typeface="Oswald"/>
                <a:sym typeface="Oswald"/>
              </a:defRPr>
            </a:lvl4pPr>
            <a:lvl5pPr indent="0" lvl="4" marL="0" algn="r">
              <a:spcBef>
                <a:spcPts val="0"/>
              </a:spcBef>
              <a:spcAft>
                <a:spcPts val="0"/>
              </a:spcAft>
              <a:buNone/>
              <a:defRPr b="0" i="0" sz="1200" u="none" cap="none" strike="noStrike">
                <a:solidFill>
                  <a:srgbClr val="898989"/>
                </a:solidFill>
                <a:latin typeface="Oswald"/>
                <a:ea typeface="Oswald"/>
                <a:cs typeface="Oswald"/>
                <a:sym typeface="Oswald"/>
              </a:defRPr>
            </a:lvl5pPr>
            <a:lvl6pPr indent="0" lvl="5" marL="0" algn="r">
              <a:spcBef>
                <a:spcPts val="0"/>
              </a:spcBef>
              <a:spcAft>
                <a:spcPts val="0"/>
              </a:spcAft>
              <a:buNone/>
              <a:defRPr b="0" i="0" sz="1200" u="none" cap="none" strike="noStrike">
                <a:solidFill>
                  <a:srgbClr val="898989"/>
                </a:solidFill>
                <a:latin typeface="Oswald"/>
                <a:ea typeface="Oswald"/>
                <a:cs typeface="Oswald"/>
                <a:sym typeface="Oswald"/>
              </a:defRPr>
            </a:lvl6pPr>
            <a:lvl7pPr indent="0" lvl="6" marL="0" algn="r">
              <a:spcBef>
                <a:spcPts val="0"/>
              </a:spcBef>
              <a:spcAft>
                <a:spcPts val="0"/>
              </a:spcAft>
              <a:buNone/>
              <a:defRPr b="0" i="0" sz="1200" u="none" cap="none" strike="noStrike">
                <a:solidFill>
                  <a:srgbClr val="898989"/>
                </a:solidFill>
                <a:latin typeface="Oswald"/>
                <a:ea typeface="Oswald"/>
                <a:cs typeface="Oswald"/>
                <a:sym typeface="Oswald"/>
              </a:defRPr>
            </a:lvl7pPr>
            <a:lvl8pPr indent="0" lvl="7" marL="0" algn="r">
              <a:spcBef>
                <a:spcPts val="0"/>
              </a:spcBef>
              <a:spcAft>
                <a:spcPts val="0"/>
              </a:spcAft>
              <a:buNone/>
              <a:defRPr b="0" i="0" sz="1200" u="none" cap="none" strike="noStrike">
                <a:solidFill>
                  <a:srgbClr val="898989"/>
                </a:solidFill>
                <a:latin typeface="Oswald"/>
                <a:ea typeface="Oswald"/>
                <a:cs typeface="Oswald"/>
                <a:sym typeface="Oswald"/>
              </a:defRPr>
            </a:lvl8pPr>
            <a:lvl9pPr indent="0" lvl="8" marL="0" algn="r">
              <a:spcBef>
                <a:spcPts val="0"/>
              </a:spcBef>
              <a:spcAft>
                <a:spcPts val="0"/>
              </a:spcAft>
              <a:buNone/>
              <a:defRPr b="0" i="0" sz="1200" u="none" cap="none" strike="noStrike">
                <a:solidFill>
                  <a:srgbClr val="898989"/>
                </a:solidFill>
                <a:latin typeface="Oswald"/>
                <a:ea typeface="Oswald"/>
                <a:cs typeface="Oswald"/>
                <a:sym typeface="Oswald"/>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58" name="Shape 58"/>
        <p:cNvGrpSpPr/>
        <p:nvPr/>
      </p:nvGrpSpPr>
      <p:grpSpPr>
        <a:xfrm>
          <a:off x="0" y="0"/>
          <a:ext cx="0" cy="0"/>
          <a:chOff x="0" y="0"/>
          <a:chExt cx="0" cy="0"/>
        </a:xfrm>
      </p:grpSpPr>
      <p:sp>
        <p:nvSpPr>
          <p:cNvPr id="59" name="Google Shape;59;p9"/>
          <p:cNvSpPr txBox="1"/>
          <p:nvPr>
            <p:ph type="title"/>
          </p:nvPr>
        </p:nvSpPr>
        <p:spPr>
          <a:xfrm>
            <a:off x="609602" y="273050"/>
            <a:ext cx="4011084" cy="1162050"/>
          </a:xfrm>
          <a:prstGeom prst="rect">
            <a:avLst/>
          </a:prstGeom>
          <a:noFill/>
          <a:ln>
            <a:noFill/>
          </a:ln>
        </p:spPr>
        <p:txBody>
          <a:bodyPr anchorCtr="0" anchor="b" bIns="45700" lIns="91425" spcFirstLastPara="1" rIns="91425" wrap="square" tIns="45700">
            <a:noAutofit/>
          </a:bodyPr>
          <a:lstStyle>
            <a:lvl1pPr lvl="0" algn="l">
              <a:spcBef>
                <a:spcPts val="0"/>
              </a:spcBef>
              <a:spcAft>
                <a:spcPts val="0"/>
              </a:spcAft>
              <a:buSzPts val="1400"/>
              <a:buNone/>
              <a:defRPr b="1" sz="2000"/>
            </a:lvl1pPr>
            <a:lvl2pPr lvl="1" algn="ctr">
              <a:spcBef>
                <a:spcPts val="0"/>
              </a:spcBef>
              <a:spcAft>
                <a:spcPts val="0"/>
              </a:spcAft>
              <a:buSzPts val="1400"/>
              <a:buNone/>
              <a:defRPr/>
            </a:lvl2pPr>
            <a:lvl3pPr lvl="2" algn="ctr">
              <a:spcBef>
                <a:spcPts val="0"/>
              </a:spcBef>
              <a:spcAft>
                <a:spcPts val="0"/>
              </a:spcAft>
              <a:buSzPts val="1400"/>
              <a:buNone/>
              <a:defRPr/>
            </a:lvl3pPr>
            <a:lvl4pPr lvl="3" algn="ctr">
              <a:spcBef>
                <a:spcPts val="0"/>
              </a:spcBef>
              <a:spcAft>
                <a:spcPts val="0"/>
              </a:spcAft>
              <a:buSzPts val="1400"/>
              <a:buNone/>
              <a:defRPr/>
            </a:lvl4pPr>
            <a:lvl5pPr lvl="4" algn="ctr">
              <a:spcBef>
                <a:spcPts val="0"/>
              </a:spcBef>
              <a:spcAft>
                <a:spcPts val="0"/>
              </a:spcAft>
              <a:buSzPts val="1400"/>
              <a:buNone/>
              <a:defRPr/>
            </a:lvl5pPr>
            <a:lvl6pPr lvl="5" algn="ctr">
              <a:spcBef>
                <a:spcPts val="0"/>
              </a:spcBef>
              <a:spcAft>
                <a:spcPts val="0"/>
              </a:spcAft>
              <a:buSzPts val="1400"/>
              <a:buNone/>
              <a:defRPr/>
            </a:lvl6pPr>
            <a:lvl7pPr lvl="6" algn="ctr">
              <a:spcBef>
                <a:spcPts val="0"/>
              </a:spcBef>
              <a:spcAft>
                <a:spcPts val="0"/>
              </a:spcAft>
              <a:buSzPts val="1400"/>
              <a:buNone/>
              <a:defRPr/>
            </a:lvl7pPr>
            <a:lvl8pPr lvl="7" algn="ctr">
              <a:spcBef>
                <a:spcPts val="0"/>
              </a:spcBef>
              <a:spcAft>
                <a:spcPts val="0"/>
              </a:spcAft>
              <a:buSzPts val="1400"/>
              <a:buNone/>
              <a:defRPr/>
            </a:lvl8pPr>
            <a:lvl9pPr lvl="8" algn="ctr">
              <a:spcBef>
                <a:spcPts val="0"/>
              </a:spcBef>
              <a:spcAft>
                <a:spcPts val="0"/>
              </a:spcAft>
              <a:buSzPts val="1400"/>
              <a:buNone/>
              <a:defRPr/>
            </a:lvl9pPr>
          </a:lstStyle>
          <a:p/>
        </p:txBody>
      </p:sp>
      <p:sp>
        <p:nvSpPr>
          <p:cNvPr id="60" name="Google Shape;60;p9"/>
          <p:cNvSpPr txBox="1"/>
          <p:nvPr>
            <p:ph idx="1" type="body"/>
          </p:nvPr>
        </p:nvSpPr>
        <p:spPr>
          <a:xfrm>
            <a:off x="4766733" y="273053"/>
            <a:ext cx="6815667" cy="5853113"/>
          </a:xfrm>
          <a:prstGeom prst="rect">
            <a:avLst/>
          </a:prstGeom>
          <a:noFill/>
          <a:ln>
            <a:noFill/>
          </a:ln>
        </p:spPr>
        <p:txBody>
          <a:bodyPr anchorCtr="0" anchor="t" bIns="45700" lIns="91425" spcFirstLastPara="1" rIns="91425" wrap="square" tIns="45700">
            <a:noAutofit/>
          </a:bodyPr>
          <a:lstStyle>
            <a:lvl1pPr indent="-431800" lvl="0" marL="457200" algn="l">
              <a:spcBef>
                <a:spcPts val="640"/>
              </a:spcBef>
              <a:spcAft>
                <a:spcPts val="0"/>
              </a:spcAft>
              <a:buClr>
                <a:schemeClr val="dk1"/>
              </a:buClr>
              <a:buSzPts val="3200"/>
              <a:buChar char="•"/>
              <a:defRPr sz="3200"/>
            </a:lvl1pPr>
            <a:lvl2pPr indent="-406400" lvl="1" marL="914400" algn="l">
              <a:spcBef>
                <a:spcPts val="560"/>
              </a:spcBef>
              <a:spcAft>
                <a:spcPts val="0"/>
              </a:spcAft>
              <a:buClr>
                <a:schemeClr val="dk1"/>
              </a:buClr>
              <a:buSzPts val="2800"/>
              <a:buChar char="–"/>
              <a:defRPr sz="2800"/>
            </a:lvl2pPr>
            <a:lvl3pPr indent="-381000" lvl="2" marL="1371600" algn="l">
              <a:spcBef>
                <a:spcPts val="480"/>
              </a:spcBef>
              <a:spcAft>
                <a:spcPts val="0"/>
              </a:spcAft>
              <a:buClr>
                <a:schemeClr val="dk1"/>
              </a:buClr>
              <a:buSzPts val="2400"/>
              <a:buChar char="•"/>
              <a:defRPr sz="2400"/>
            </a:lvl3pPr>
            <a:lvl4pPr indent="-355600" lvl="3" marL="1828800" algn="l">
              <a:spcBef>
                <a:spcPts val="400"/>
              </a:spcBef>
              <a:spcAft>
                <a:spcPts val="0"/>
              </a:spcAft>
              <a:buClr>
                <a:schemeClr val="dk1"/>
              </a:buClr>
              <a:buSzPts val="2000"/>
              <a:buChar char="–"/>
              <a:defRPr sz="2000"/>
            </a:lvl4pPr>
            <a:lvl5pPr indent="-355600" lvl="4" marL="2286000" algn="l">
              <a:spcBef>
                <a:spcPts val="400"/>
              </a:spcBef>
              <a:spcAft>
                <a:spcPts val="0"/>
              </a:spcAft>
              <a:buClr>
                <a:schemeClr val="dk1"/>
              </a:buClr>
              <a:buSzPts val="2000"/>
              <a:buChar char="»"/>
              <a:defRPr sz="2000"/>
            </a:lvl5pPr>
            <a:lvl6pPr indent="-355600" lvl="5" marL="2743200" algn="l">
              <a:spcBef>
                <a:spcPts val="400"/>
              </a:spcBef>
              <a:spcAft>
                <a:spcPts val="0"/>
              </a:spcAft>
              <a:buClr>
                <a:schemeClr val="dk1"/>
              </a:buClr>
              <a:buSzPts val="2000"/>
              <a:buChar char="•"/>
              <a:defRPr sz="2000"/>
            </a:lvl6pPr>
            <a:lvl7pPr indent="-355600" lvl="6" marL="3200400" algn="l">
              <a:spcBef>
                <a:spcPts val="400"/>
              </a:spcBef>
              <a:spcAft>
                <a:spcPts val="0"/>
              </a:spcAft>
              <a:buClr>
                <a:schemeClr val="dk1"/>
              </a:buClr>
              <a:buSzPts val="2000"/>
              <a:buChar char="•"/>
              <a:defRPr sz="2000"/>
            </a:lvl7pPr>
            <a:lvl8pPr indent="-355600" lvl="7" marL="3657600" algn="l">
              <a:spcBef>
                <a:spcPts val="400"/>
              </a:spcBef>
              <a:spcAft>
                <a:spcPts val="0"/>
              </a:spcAft>
              <a:buClr>
                <a:schemeClr val="dk1"/>
              </a:buClr>
              <a:buSzPts val="2000"/>
              <a:buChar char="•"/>
              <a:defRPr sz="2000"/>
            </a:lvl8pPr>
            <a:lvl9pPr indent="-355600" lvl="8" marL="4114800" algn="l">
              <a:spcBef>
                <a:spcPts val="400"/>
              </a:spcBef>
              <a:spcAft>
                <a:spcPts val="0"/>
              </a:spcAft>
              <a:buClr>
                <a:schemeClr val="dk1"/>
              </a:buClr>
              <a:buSzPts val="2000"/>
              <a:buChar char="•"/>
              <a:defRPr sz="2000"/>
            </a:lvl9pPr>
          </a:lstStyle>
          <a:p/>
        </p:txBody>
      </p:sp>
      <p:sp>
        <p:nvSpPr>
          <p:cNvPr id="61" name="Google Shape;61;p9"/>
          <p:cNvSpPr txBox="1"/>
          <p:nvPr>
            <p:ph idx="2" type="body"/>
          </p:nvPr>
        </p:nvSpPr>
        <p:spPr>
          <a:xfrm>
            <a:off x="609602" y="1435103"/>
            <a:ext cx="4011084" cy="4691063"/>
          </a:xfrm>
          <a:prstGeom prst="rect">
            <a:avLst/>
          </a:prstGeom>
          <a:noFill/>
          <a:ln>
            <a:noFill/>
          </a:ln>
        </p:spPr>
        <p:txBody>
          <a:bodyPr anchorCtr="0" anchor="t" bIns="45700" lIns="91425" spcFirstLastPara="1" rIns="91425" wrap="square" tIns="45700">
            <a:noAutofit/>
          </a:bodyPr>
          <a:lstStyle>
            <a:lvl1pPr indent="-228600" lvl="0" marL="457200" algn="l">
              <a:spcBef>
                <a:spcPts val="280"/>
              </a:spcBef>
              <a:spcAft>
                <a:spcPts val="0"/>
              </a:spcAft>
              <a:buClr>
                <a:schemeClr val="dk1"/>
              </a:buClr>
              <a:buSzPts val="1400"/>
              <a:buNone/>
              <a:defRPr sz="1400"/>
            </a:lvl1pPr>
            <a:lvl2pPr indent="-228600" lvl="1" marL="914400" algn="l">
              <a:spcBef>
                <a:spcPts val="240"/>
              </a:spcBef>
              <a:spcAft>
                <a:spcPts val="0"/>
              </a:spcAft>
              <a:buClr>
                <a:schemeClr val="dk1"/>
              </a:buClr>
              <a:buSzPts val="1200"/>
              <a:buNone/>
              <a:defRPr sz="1200"/>
            </a:lvl2pPr>
            <a:lvl3pPr indent="-228600" lvl="2" marL="1371600" algn="l">
              <a:spcBef>
                <a:spcPts val="200"/>
              </a:spcBef>
              <a:spcAft>
                <a:spcPts val="0"/>
              </a:spcAft>
              <a:buClr>
                <a:schemeClr val="dk1"/>
              </a:buClr>
              <a:buSzPts val="1000"/>
              <a:buNone/>
              <a:defRPr sz="1000"/>
            </a:lvl3pPr>
            <a:lvl4pPr indent="-228600" lvl="3" marL="1828800" algn="l">
              <a:spcBef>
                <a:spcPts val="180"/>
              </a:spcBef>
              <a:spcAft>
                <a:spcPts val="0"/>
              </a:spcAft>
              <a:buClr>
                <a:schemeClr val="dk1"/>
              </a:buClr>
              <a:buSzPts val="900"/>
              <a:buNone/>
              <a:defRPr sz="900"/>
            </a:lvl4pPr>
            <a:lvl5pPr indent="-228600" lvl="4" marL="2286000" algn="l">
              <a:spcBef>
                <a:spcPts val="180"/>
              </a:spcBef>
              <a:spcAft>
                <a:spcPts val="0"/>
              </a:spcAft>
              <a:buClr>
                <a:schemeClr val="dk1"/>
              </a:buClr>
              <a:buSzPts val="900"/>
              <a:buNone/>
              <a:defRPr sz="900"/>
            </a:lvl5pPr>
            <a:lvl6pPr indent="-228600" lvl="5" marL="2743200" algn="l">
              <a:spcBef>
                <a:spcPts val="180"/>
              </a:spcBef>
              <a:spcAft>
                <a:spcPts val="0"/>
              </a:spcAft>
              <a:buClr>
                <a:schemeClr val="dk1"/>
              </a:buClr>
              <a:buSzPts val="900"/>
              <a:buNone/>
              <a:defRPr sz="900"/>
            </a:lvl6pPr>
            <a:lvl7pPr indent="-228600" lvl="6" marL="3200400" algn="l">
              <a:spcBef>
                <a:spcPts val="180"/>
              </a:spcBef>
              <a:spcAft>
                <a:spcPts val="0"/>
              </a:spcAft>
              <a:buClr>
                <a:schemeClr val="dk1"/>
              </a:buClr>
              <a:buSzPts val="900"/>
              <a:buNone/>
              <a:defRPr sz="900"/>
            </a:lvl7pPr>
            <a:lvl8pPr indent="-228600" lvl="7" marL="3657600" algn="l">
              <a:spcBef>
                <a:spcPts val="180"/>
              </a:spcBef>
              <a:spcAft>
                <a:spcPts val="0"/>
              </a:spcAft>
              <a:buClr>
                <a:schemeClr val="dk1"/>
              </a:buClr>
              <a:buSzPts val="900"/>
              <a:buNone/>
              <a:defRPr sz="900"/>
            </a:lvl8pPr>
            <a:lvl9pPr indent="-228600" lvl="8" marL="4114800" algn="l">
              <a:spcBef>
                <a:spcPts val="180"/>
              </a:spcBef>
              <a:spcAft>
                <a:spcPts val="0"/>
              </a:spcAft>
              <a:buClr>
                <a:schemeClr val="dk1"/>
              </a:buClr>
              <a:buSzPts val="900"/>
              <a:buNone/>
              <a:defRPr sz="900"/>
            </a:lvl9pPr>
          </a:lstStyle>
          <a:p/>
        </p:txBody>
      </p:sp>
      <p:sp>
        <p:nvSpPr>
          <p:cNvPr id="62" name="Google Shape;62;p9"/>
          <p:cNvSpPr txBox="1"/>
          <p:nvPr>
            <p:ph idx="10" type="dt"/>
          </p:nvPr>
        </p:nvSpPr>
        <p:spPr>
          <a:xfrm>
            <a:off x="609600" y="6356353"/>
            <a:ext cx="28448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3" name="Google Shape;63;p9"/>
          <p:cNvSpPr txBox="1"/>
          <p:nvPr>
            <p:ph idx="11" type="ftr"/>
          </p:nvPr>
        </p:nvSpPr>
        <p:spPr>
          <a:xfrm>
            <a:off x="4165600" y="6356353"/>
            <a:ext cx="38608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4" name="Google Shape;64;p9"/>
          <p:cNvSpPr txBox="1"/>
          <p:nvPr>
            <p:ph idx="12" type="sldNum"/>
          </p:nvPr>
        </p:nvSpPr>
        <p:spPr>
          <a:xfrm>
            <a:off x="8737600" y="6356353"/>
            <a:ext cx="28448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spcAft>
                <a:spcPts val="0"/>
              </a:spcAft>
              <a:buNone/>
              <a:defRPr b="0" i="0" sz="1200" u="none" cap="none" strike="noStrike">
                <a:solidFill>
                  <a:srgbClr val="898989"/>
                </a:solidFill>
                <a:latin typeface="Oswald"/>
                <a:ea typeface="Oswald"/>
                <a:cs typeface="Oswald"/>
                <a:sym typeface="Oswald"/>
              </a:defRPr>
            </a:lvl1pPr>
            <a:lvl2pPr indent="0" lvl="1" marL="0" algn="r">
              <a:spcBef>
                <a:spcPts val="0"/>
              </a:spcBef>
              <a:spcAft>
                <a:spcPts val="0"/>
              </a:spcAft>
              <a:buNone/>
              <a:defRPr b="0" i="0" sz="1200" u="none" cap="none" strike="noStrike">
                <a:solidFill>
                  <a:srgbClr val="898989"/>
                </a:solidFill>
                <a:latin typeface="Oswald"/>
                <a:ea typeface="Oswald"/>
                <a:cs typeface="Oswald"/>
                <a:sym typeface="Oswald"/>
              </a:defRPr>
            </a:lvl2pPr>
            <a:lvl3pPr indent="0" lvl="2" marL="0" algn="r">
              <a:spcBef>
                <a:spcPts val="0"/>
              </a:spcBef>
              <a:spcAft>
                <a:spcPts val="0"/>
              </a:spcAft>
              <a:buNone/>
              <a:defRPr b="0" i="0" sz="1200" u="none" cap="none" strike="noStrike">
                <a:solidFill>
                  <a:srgbClr val="898989"/>
                </a:solidFill>
                <a:latin typeface="Oswald"/>
                <a:ea typeface="Oswald"/>
                <a:cs typeface="Oswald"/>
                <a:sym typeface="Oswald"/>
              </a:defRPr>
            </a:lvl3pPr>
            <a:lvl4pPr indent="0" lvl="3" marL="0" algn="r">
              <a:spcBef>
                <a:spcPts val="0"/>
              </a:spcBef>
              <a:spcAft>
                <a:spcPts val="0"/>
              </a:spcAft>
              <a:buNone/>
              <a:defRPr b="0" i="0" sz="1200" u="none" cap="none" strike="noStrike">
                <a:solidFill>
                  <a:srgbClr val="898989"/>
                </a:solidFill>
                <a:latin typeface="Oswald"/>
                <a:ea typeface="Oswald"/>
                <a:cs typeface="Oswald"/>
                <a:sym typeface="Oswald"/>
              </a:defRPr>
            </a:lvl4pPr>
            <a:lvl5pPr indent="0" lvl="4" marL="0" algn="r">
              <a:spcBef>
                <a:spcPts val="0"/>
              </a:spcBef>
              <a:spcAft>
                <a:spcPts val="0"/>
              </a:spcAft>
              <a:buNone/>
              <a:defRPr b="0" i="0" sz="1200" u="none" cap="none" strike="noStrike">
                <a:solidFill>
                  <a:srgbClr val="898989"/>
                </a:solidFill>
                <a:latin typeface="Oswald"/>
                <a:ea typeface="Oswald"/>
                <a:cs typeface="Oswald"/>
                <a:sym typeface="Oswald"/>
              </a:defRPr>
            </a:lvl5pPr>
            <a:lvl6pPr indent="0" lvl="5" marL="0" algn="r">
              <a:spcBef>
                <a:spcPts val="0"/>
              </a:spcBef>
              <a:spcAft>
                <a:spcPts val="0"/>
              </a:spcAft>
              <a:buNone/>
              <a:defRPr b="0" i="0" sz="1200" u="none" cap="none" strike="noStrike">
                <a:solidFill>
                  <a:srgbClr val="898989"/>
                </a:solidFill>
                <a:latin typeface="Oswald"/>
                <a:ea typeface="Oswald"/>
                <a:cs typeface="Oswald"/>
                <a:sym typeface="Oswald"/>
              </a:defRPr>
            </a:lvl6pPr>
            <a:lvl7pPr indent="0" lvl="6" marL="0" algn="r">
              <a:spcBef>
                <a:spcPts val="0"/>
              </a:spcBef>
              <a:spcAft>
                <a:spcPts val="0"/>
              </a:spcAft>
              <a:buNone/>
              <a:defRPr b="0" i="0" sz="1200" u="none" cap="none" strike="noStrike">
                <a:solidFill>
                  <a:srgbClr val="898989"/>
                </a:solidFill>
                <a:latin typeface="Oswald"/>
                <a:ea typeface="Oswald"/>
                <a:cs typeface="Oswald"/>
                <a:sym typeface="Oswald"/>
              </a:defRPr>
            </a:lvl7pPr>
            <a:lvl8pPr indent="0" lvl="7" marL="0" algn="r">
              <a:spcBef>
                <a:spcPts val="0"/>
              </a:spcBef>
              <a:spcAft>
                <a:spcPts val="0"/>
              </a:spcAft>
              <a:buNone/>
              <a:defRPr b="0" i="0" sz="1200" u="none" cap="none" strike="noStrike">
                <a:solidFill>
                  <a:srgbClr val="898989"/>
                </a:solidFill>
                <a:latin typeface="Oswald"/>
                <a:ea typeface="Oswald"/>
                <a:cs typeface="Oswald"/>
                <a:sym typeface="Oswald"/>
              </a:defRPr>
            </a:lvl8pPr>
            <a:lvl9pPr indent="0" lvl="8" marL="0" algn="r">
              <a:spcBef>
                <a:spcPts val="0"/>
              </a:spcBef>
              <a:spcAft>
                <a:spcPts val="0"/>
              </a:spcAft>
              <a:buNone/>
              <a:defRPr b="0" i="0" sz="1200" u="none" cap="none" strike="noStrike">
                <a:solidFill>
                  <a:srgbClr val="898989"/>
                </a:solidFill>
                <a:latin typeface="Oswald"/>
                <a:ea typeface="Oswald"/>
                <a:cs typeface="Oswald"/>
                <a:sym typeface="Oswald"/>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type="picTx">
  <p:cSld name="PICTURE_WITH_CAPTION_TEXT">
    <p:spTree>
      <p:nvGrpSpPr>
        <p:cNvPr id="65" name="Shape 65"/>
        <p:cNvGrpSpPr/>
        <p:nvPr/>
      </p:nvGrpSpPr>
      <p:grpSpPr>
        <a:xfrm>
          <a:off x="0" y="0"/>
          <a:ext cx="0" cy="0"/>
          <a:chOff x="0" y="0"/>
          <a:chExt cx="0" cy="0"/>
        </a:xfrm>
      </p:grpSpPr>
      <p:sp>
        <p:nvSpPr>
          <p:cNvPr id="66" name="Google Shape;66;p10"/>
          <p:cNvSpPr txBox="1"/>
          <p:nvPr>
            <p:ph type="title"/>
          </p:nvPr>
        </p:nvSpPr>
        <p:spPr>
          <a:xfrm>
            <a:off x="2389717" y="4800600"/>
            <a:ext cx="7315200" cy="566738"/>
          </a:xfrm>
          <a:prstGeom prst="rect">
            <a:avLst/>
          </a:prstGeom>
          <a:noFill/>
          <a:ln>
            <a:noFill/>
          </a:ln>
        </p:spPr>
        <p:txBody>
          <a:bodyPr anchorCtr="0" anchor="b" bIns="45700" lIns="91425" spcFirstLastPara="1" rIns="91425" wrap="square" tIns="45700">
            <a:noAutofit/>
          </a:bodyPr>
          <a:lstStyle>
            <a:lvl1pPr lvl="0" algn="l">
              <a:spcBef>
                <a:spcPts val="0"/>
              </a:spcBef>
              <a:spcAft>
                <a:spcPts val="0"/>
              </a:spcAft>
              <a:buSzPts val="1400"/>
              <a:buNone/>
              <a:defRPr b="1" sz="2000"/>
            </a:lvl1pPr>
            <a:lvl2pPr lvl="1" algn="ctr">
              <a:spcBef>
                <a:spcPts val="0"/>
              </a:spcBef>
              <a:spcAft>
                <a:spcPts val="0"/>
              </a:spcAft>
              <a:buSzPts val="1400"/>
              <a:buNone/>
              <a:defRPr/>
            </a:lvl2pPr>
            <a:lvl3pPr lvl="2" algn="ctr">
              <a:spcBef>
                <a:spcPts val="0"/>
              </a:spcBef>
              <a:spcAft>
                <a:spcPts val="0"/>
              </a:spcAft>
              <a:buSzPts val="1400"/>
              <a:buNone/>
              <a:defRPr/>
            </a:lvl3pPr>
            <a:lvl4pPr lvl="3" algn="ctr">
              <a:spcBef>
                <a:spcPts val="0"/>
              </a:spcBef>
              <a:spcAft>
                <a:spcPts val="0"/>
              </a:spcAft>
              <a:buSzPts val="1400"/>
              <a:buNone/>
              <a:defRPr/>
            </a:lvl4pPr>
            <a:lvl5pPr lvl="4" algn="ctr">
              <a:spcBef>
                <a:spcPts val="0"/>
              </a:spcBef>
              <a:spcAft>
                <a:spcPts val="0"/>
              </a:spcAft>
              <a:buSzPts val="1400"/>
              <a:buNone/>
              <a:defRPr/>
            </a:lvl5pPr>
            <a:lvl6pPr lvl="5" algn="ctr">
              <a:spcBef>
                <a:spcPts val="0"/>
              </a:spcBef>
              <a:spcAft>
                <a:spcPts val="0"/>
              </a:spcAft>
              <a:buSzPts val="1400"/>
              <a:buNone/>
              <a:defRPr/>
            </a:lvl6pPr>
            <a:lvl7pPr lvl="6" algn="ctr">
              <a:spcBef>
                <a:spcPts val="0"/>
              </a:spcBef>
              <a:spcAft>
                <a:spcPts val="0"/>
              </a:spcAft>
              <a:buSzPts val="1400"/>
              <a:buNone/>
              <a:defRPr/>
            </a:lvl7pPr>
            <a:lvl8pPr lvl="7" algn="ctr">
              <a:spcBef>
                <a:spcPts val="0"/>
              </a:spcBef>
              <a:spcAft>
                <a:spcPts val="0"/>
              </a:spcAft>
              <a:buSzPts val="1400"/>
              <a:buNone/>
              <a:defRPr/>
            </a:lvl8pPr>
            <a:lvl9pPr lvl="8" algn="ctr">
              <a:spcBef>
                <a:spcPts val="0"/>
              </a:spcBef>
              <a:spcAft>
                <a:spcPts val="0"/>
              </a:spcAft>
              <a:buSzPts val="1400"/>
              <a:buNone/>
              <a:defRPr/>
            </a:lvl9pPr>
          </a:lstStyle>
          <a:p/>
        </p:txBody>
      </p:sp>
      <p:sp>
        <p:nvSpPr>
          <p:cNvPr id="67" name="Google Shape;67;p10"/>
          <p:cNvSpPr/>
          <p:nvPr>
            <p:ph idx="2" type="pic"/>
          </p:nvPr>
        </p:nvSpPr>
        <p:spPr>
          <a:xfrm>
            <a:off x="2389717" y="612775"/>
            <a:ext cx="7315200" cy="4114800"/>
          </a:xfrm>
          <a:prstGeom prst="rect">
            <a:avLst/>
          </a:prstGeom>
          <a:noFill/>
          <a:ln>
            <a:noFill/>
          </a:ln>
        </p:spPr>
      </p:sp>
      <p:sp>
        <p:nvSpPr>
          <p:cNvPr id="68" name="Google Shape;68;p10"/>
          <p:cNvSpPr txBox="1"/>
          <p:nvPr>
            <p:ph idx="1" type="body"/>
          </p:nvPr>
        </p:nvSpPr>
        <p:spPr>
          <a:xfrm>
            <a:off x="2389717" y="5367338"/>
            <a:ext cx="7315200" cy="804862"/>
          </a:xfrm>
          <a:prstGeom prst="rect">
            <a:avLst/>
          </a:prstGeom>
          <a:noFill/>
          <a:ln>
            <a:noFill/>
          </a:ln>
        </p:spPr>
        <p:txBody>
          <a:bodyPr anchorCtr="0" anchor="t" bIns="45700" lIns="91425" spcFirstLastPara="1" rIns="91425" wrap="square" tIns="45700">
            <a:noAutofit/>
          </a:bodyPr>
          <a:lstStyle>
            <a:lvl1pPr indent="-228600" lvl="0" marL="457200" algn="l">
              <a:spcBef>
                <a:spcPts val="280"/>
              </a:spcBef>
              <a:spcAft>
                <a:spcPts val="0"/>
              </a:spcAft>
              <a:buClr>
                <a:schemeClr val="dk1"/>
              </a:buClr>
              <a:buSzPts val="1400"/>
              <a:buNone/>
              <a:defRPr sz="1400"/>
            </a:lvl1pPr>
            <a:lvl2pPr indent="-228600" lvl="1" marL="914400" algn="l">
              <a:spcBef>
                <a:spcPts val="240"/>
              </a:spcBef>
              <a:spcAft>
                <a:spcPts val="0"/>
              </a:spcAft>
              <a:buClr>
                <a:schemeClr val="dk1"/>
              </a:buClr>
              <a:buSzPts val="1200"/>
              <a:buNone/>
              <a:defRPr sz="1200"/>
            </a:lvl2pPr>
            <a:lvl3pPr indent="-228600" lvl="2" marL="1371600" algn="l">
              <a:spcBef>
                <a:spcPts val="200"/>
              </a:spcBef>
              <a:spcAft>
                <a:spcPts val="0"/>
              </a:spcAft>
              <a:buClr>
                <a:schemeClr val="dk1"/>
              </a:buClr>
              <a:buSzPts val="1000"/>
              <a:buNone/>
              <a:defRPr sz="1000"/>
            </a:lvl3pPr>
            <a:lvl4pPr indent="-228600" lvl="3" marL="1828800" algn="l">
              <a:spcBef>
                <a:spcPts val="180"/>
              </a:spcBef>
              <a:spcAft>
                <a:spcPts val="0"/>
              </a:spcAft>
              <a:buClr>
                <a:schemeClr val="dk1"/>
              </a:buClr>
              <a:buSzPts val="900"/>
              <a:buNone/>
              <a:defRPr sz="900"/>
            </a:lvl4pPr>
            <a:lvl5pPr indent="-228600" lvl="4" marL="2286000" algn="l">
              <a:spcBef>
                <a:spcPts val="180"/>
              </a:spcBef>
              <a:spcAft>
                <a:spcPts val="0"/>
              </a:spcAft>
              <a:buClr>
                <a:schemeClr val="dk1"/>
              </a:buClr>
              <a:buSzPts val="900"/>
              <a:buNone/>
              <a:defRPr sz="900"/>
            </a:lvl5pPr>
            <a:lvl6pPr indent="-228600" lvl="5" marL="2743200" algn="l">
              <a:spcBef>
                <a:spcPts val="180"/>
              </a:spcBef>
              <a:spcAft>
                <a:spcPts val="0"/>
              </a:spcAft>
              <a:buClr>
                <a:schemeClr val="dk1"/>
              </a:buClr>
              <a:buSzPts val="900"/>
              <a:buNone/>
              <a:defRPr sz="900"/>
            </a:lvl6pPr>
            <a:lvl7pPr indent="-228600" lvl="6" marL="3200400" algn="l">
              <a:spcBef>
                <a:spcPts val="180"/>
              </a:spcBef>
              <a:spcAft>
                <a:spcPts val="0"/>
              </a:spcAft>
              <a:buClr>
                <a:schemeClr val="dk1"/>
              </a:buClr>
              <a:buSzPts val="900"/>
              <a:buNone/>
              <a:defRPr sz="900"/>
            </a:lvl7pPr>
            <a:lvl8pPr indent="-228600" lvl="7" marL="3657600" algn="l">
              <a:spcBef>
                <a:spcPts val="180"/>
              </a:spcBef>
              <a:spcAft>
                <a:spcPts val="0"/>
              </a:spcAft>
              <a:buClr>
                <a:schemeClr val="dk1"/>
              </a:buClr>
              <a:buSzPts val="900"/>
              <a:buNone/>
              <a:defRPr sz="900"/>
            </a:lvl8pPr>
            <a:lvl9pPr indent="-228600" lvl="8" marL="4114800" algn="l">
              <a:spcBef>
                <a:spcPts val="180"/>
              </a:spcBef>
              <a:spcAft>
                <a:spcPts val="0"/>
              </a:spcAft>
              <a:buClr>
                <a:schemeClr val="dk1"/>
              </a:buClr>
              <a:buSzPts val="900"/>
              <a:buNone/>
              <a:defRPr sz="900"/>
            </a:lvl9pPr>
          </a:lstStyle>
          <a:p/>
        </p:txBody>
      </p:sp>
      <p:sp>
        <p:nvSpPr>
          <p:cNvPr id="69" name="Google Shape;69;p10"/>
          <p:cNvSpPr txBox="1"/>
          <p:nvPr>
            <p:ph idx="10" type="dt"/>
          </p:nvPr>
        </p:nvSpPr>
        <p:spPr>
          <a:xfrm>
            <a:off x="609600" y="6356353"/>
            <a:ext cx="28448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0" name="Google Shape;70;p10"/>
          <p:cNvSpPr txBox="1"/>
          <p:nvPr>
            <p:ph idx="11" type="ftr"/>
          </p:nvPr>
        </p:nvSpPr>
        <p:spPr>
          <a:xfrm>
            <a:off x="4165600" y="6356353"/>
            <a:ext cx="38608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1" name="Google Shape;71;p10"/>
          <p:cNvSpPr txBox="1"/>
          <p:nvPr>
            <p:ph idx="12" type="sldNum"/>
          </p:nvPr>
        </p:nvSpPr>
        <p:spPr>
          <a:xfrm>
            <a:off x="8737600" y="6356353"/>
            <a:ext cx="28448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spcAft>
                <a:spcPts val="0"/>
              </a:spcAft>
              <a:buNone/>
              <a:defRPr b="0" i="0" sz="1200" u="none" cap="none" strike="noStrike">
                <a:solidFill>
                  <a:srgbClr val="898989"/>
                </a:solidFill>
                <a:latin typeface="Oswald"/>
                <a:ea typeface="Oswald"/>
                <a:cs typeface="Oswald"/>
                <a:sym typeface="Oswald"/>
              </a:defRPr>
            </a:lvl1pPr>
            <a:lvl2pPr indent="0" lvl="1" marL="0" algn="r">
              <a:spcBef>
                <a:spcPts val="0"/>
              </a:spcBef>
              <a:spcAft>
                <a:spcPts val="0"/>
              </a:spcAft>
              <a:buNone/>
              <a:defRPr b="0" i="0" sz="1200" u="none" cap="none" strike="noStrike">
                <a:solidFill>
                  <a:srgbClr val="898989"/>
                </a:solidFill>
                <a:latin typeface="Oswald"/>
                <a:ea typeface="Oswald"/>
                <a:cs typeface="Oswald"/>
                <a:sym typeface="Oswald"/>
              </a:defRPr>
            </a:lvl2pPr>
            <a:lvl3pPr indent="0" lvl="2" marL="0" algn="r">
              <a:spcBef>
                <a:spcPts val="0"/>
              </a:spcBef>
              <a:spcAft>
                <a:spcPts val="0"/>
              </a:spcAft>
              <a:buNone/>
              <a:defRPr b="0" i="0" sz="1200" u="none" cap="none" strike="noStrike">
                <a:solidFill>
                  <a:srgbClr val="898989"/>
                </a:solidFill>
                <a:latin typeface="Oswald"/>
                <a:ea typeface="Oswald"/>
                <a:cs typeface="Oswald"/>
                <a:sym typeface="Oswald"/>
              </a:defRPr>
            </a:lvl3pPr>
            <a:lvl4pPr indent="0" lvl="3" marL="0" algn="r">
              <a:spcBef>
                <a:spcPts val="0"/>
              </a:spcBef>
              <a:spcAft>
                <a:spcPts val="0"/>
              </a:spcAft>
              <a:buNone/>
              <a:defRPr b="0" i="0" sz="1200" u="none" cap="none" strike="noStrike">
                <a:solidFill>
                  <a:srgbClr val="898989"/>
                </a:solidFill>
                <a:latin typeface="Oswald"/>
                <a:ea typeface="Oswald"/>
                <a:cs typeface="Oswald"/>
                <a:sym typeface="Oswald"/>
              </a:defRPr>
            </a:lvl4pPr>
            <a:lvl5pPr indent="0" lvl="4" marL="0" algn="r">
              <a:spcBef>
                <a:spcPts val="0"/>
              </a:spcBef>
              <a:spcAft>
                <a:spcPts val="0"/>
              </a:spcAft>
              <a:buNone/>
              <a:defRPr b="0" i="0" sz="1200" u="none" cap="none" strike="noStrike">
                <a:solidFill>
                  <a:srgbClr val="898989"/>
                </a:solidFill>
                <a:latin typeface="Oswald"/>
                <a:ea typeface="Oswald"/>
                <a:cs typeface="Oswald"/>
                <a:sym typeface="Oswald"/>
              </a:defRPr>
            </a:lvl5pPr>
            <a:lvl6pPr indent="0" lvl="5" marL="0" algn="r">
              <a:spcBef>
                <a:spcPts val="0"/>
              </a:spcBef>
              <a:spcAft>
                <a:spcPts val="0"/>
              </a:spcAft>
              <a:buNone/>
              <a:defRPr b="0" i="0" sz="1200" u="none" cap="none" strike="noStrike">
                <a:solidFill>
                  <a:srgbClr val="898989"/>
                </a:solidFill>
                <a:latin typeface="Oswald"/>
                <a:ea typeface="Oswald"/>
                <a:cs typeface="Oswald"/>
                <a:sym typeface="Oswald"/>
              </a:defRPr>
            </a:lvl6pPr>
            <a:lvl7pPr indent="0" lvl="6" marL="0" algn="r">
              <a:spcBef>
                <a:spcPts val="0"/>
              </a:spcBef>
              <a:spcAft>
                <a:spcPts val="0"/>
              </a:spcAft>
              <a:buNone/>
              <a:defRPr b="0" i="0" sz="1200" u="none" cap="none" strike="noStrike">
                <a:solidFill>
                  <a:srgbClr val="898989"/>
                </a:solidFill>
                <a:latin typeface="Oswald"/>
                <a:ea typeface="Oswald"/>
                <a:cs typeface="Oswald"/>
                <a:sym typeface="Oswald"/>
              </a:defRPr>
            </a:lvl7pPr>
            <a:lvl8pPr indent="0" lvl="7" marL="0" algn="r">
              <a:spcBef>
                <a:spcPts val="0"/>
              </a:spcBef>
              <a:spcAft>
                <a:spcPts val="0"/>
              </a:spcAft>
              <a:buNone/>
              <a:defRPr b="0" i="0" sz="1200" u="none" cap="none" strike="noStrike">
                <a:solidFill>
                  <a:srgbClr val="898989"/>
                </a:solidFill>
                <a:latin typeface="Oswald"/>
                <a:ea typeface="Oswald"/>
                <a:cs typeface="Oswald"/>
                <a:sym typeface="Oswald"/>
              </a:defRPr>
            </a:lvl8pPr>
            <a:lvl9pPr indent="0" lvl="8" marL="0" algn="r">
              <a:spcBef>
                <a:spcPts val="0"/>
              </a:spcBef>
              <a:spcAft>
                <a:spcPts val="0"/>
              </a:spcAft>
              <a:buNone/>
              <a:defRPr b="0" i="0" sz="1200" u="none" cap="none" strike="noStrike">
                <a:solidFill>
                  <a:srgbClr val="898989"/>
                </a:solidFill>
                <a:latin typeface="Oswald"/>
                <a:ea typeface="Oswald"/>
                <a:cs typeface="Oswald"/>
                <a:sym typeface="Oswald"/>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72" name="Shape 72"/>
        <p:cNvGrpSpPr/>
        <p:nvPr/>
      </p:nvGrpSpPr>
      <p:grpSpPr>
        <a:xfrm>
          <a:off x="0" y="0"/>
          <a:ext cx="0" cy="0"/>
          <a:chOff x="0" y="0"/>
          <a:chExt cx="0" cy="0"/>
        </a:xfrm>
      </p:grpSpPr>
      <p:sp>
        <p:nvSpPr>
          <p:cNvPr id="73" name="Google Shape;73;p11"/>
          <p:cNvSpPr txBox="1"/>
          <p:nvPr>
            <p:ph type="title"/>
          </p:nvPr>
        </p:nvSpPr>
        <p:spPr>
          <a:xfrm>
            <a:off x="609600" y="-47625"/>
            <a:ext cx="10972800" cy="1143000"/>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ctr">
              <a:spcBef>
                <a:spcPts val="0"/>
              </a:spcBef>
              <a:spcAft>
                <a:spcPts val="0"/>
              </a:spcAft>
              <a:buSzPts val="1400"/>
              <a:buNone/>
              <a:defRPr/>
            </a:lvl2pPr>
            <a:lvl3pPr lvl="2" algn="ctr">
              <a:spcBef>
                <a:spcPts val="0"/>
              </a:spcBef>
              <a:spcAft>
                <a:spcPts val="0"/>
              </a:spcAft>
              <a:buSzPts val="1400"/>
              <a:buNone/>
              <a:defRPr/>
            </a:lvl3pPr>
            <a:lvl4pPr lvl="3" algn="ctr">
              <a:spcBef>
                <a:spcPts val="0"/>
              </a:spcBef>
              <a:spcAft>
                <a:spcPts val="0"/>
              </a:spcAft>
              <a:buSzPts val="1400"/>
              <a:buNone/>
              <a:defRPr/>
            </a:lvl4pPr>
            <a:lvl5pPr lvl="4" algn="ctr">
              <a:spcBef>
                <a:spcPts val="0"/>
              </a:spcBef>
              <a:spcAft>
                <a:spcPts val="0"/>
              </a:spcAft>
              <a:buSzPts val="1400"/>
              <a:buNone/>
              <a:defRPr/>
            </a:lvl5pPr>
            <a:lvl6pPr lvl="5" algn="ctr">
              <a:spcBef>
                <a:spcPts val="0"/>
              </a:spcBef>
              <a:spcAft>
                <a:spcPts val="0"/>
              </a:spcAft>
              <a:buSzPts val="1400"/>
              <a:buNone/>
              <a:defRPr/>
            </a:lvl6pPr>
            <a:lvl7pPr lvl="6" algn="ctr">
              <a:spcBef>
                <a:spcPts val="0"/>
              </a:spcBef>
              <a:spcAft>
                <a:spcPts val="0"/>
              </a:spcAft>
              <a:buSzPts val="1400"/>
              <a:buNone/>
              <a:defRPr/>
            </a:lvl7pPr>
            <a:lvl8pPr lvl="7" algn="ctr">
              <a:spcBef>
                <a:spcPts val="0"/>
              </a:spcBef>
              <a:spcAft>
                <a:spcPts val="0"/>
              </a:spcAft>
              <a:buSzPts val="1400"/>
              <a:buNone/>
              <a:defRPr/>
            </a:lvl8pPr>
            <a:lvl9pPr lvl="8" algn="ctr">
              <a:spcBef>
                <a:spcPts val="0"/>
              </a:spcBef>
              <a:spcAft>
                <a:spcPts val="0"/>
              </a:spcAft>
              <a:buSzPts val="1400"/>
              <a:buNone/>
              <a:defRPr/>
            </a:lvl9pPr>
          </a:lstStyle>
          <a:p/>
        </p:txBody>
      </p:sp>
      <p:sp>
        <p:nvSpPr>
          <p:cNvPr id="74" name="Google Shape;74;p11"/>
          <p:cNvSpPr txBox="1"/>
          <p:nvPr>
            <p:ph idx="1" type="body"/>
          </p:nvPr>
        </p:nvSpPr>
        <p:spPr>
          <a:xfrm rot="5400000">
            <a:off x="3580606" y="-1875631"/>
            <a:ext cx="5030788" cy="10972800"/>
          </a:xfrm>
          <a:prstGeom prst="rect">
            <a:avLst/>
          </a:prstGeom>
          <a:noFill/>
          <a:ln>
            <a:noFill/>
          </a:ln>
        </p:spPr>
        <p:txBody>
          <a:bodyPr anchorCtr="0" anchor="t" bIns="45700" lIns="91425" spcFirstLastPara="1" rIns="91425" wrap="square" tIns="45700">
            <a:noAutofit/>
          </a:bodyPr>
          <a:lstStyle>
            <a:lvl1pPr indent="-342900" lvl="0" marL="457200" algn="l">
              <a:spcBef>
                <a:spcPts val="360"/>
              </a:spcBef>
              <a:spcAft>
                <a:spcPts val="0"/>
              </a:spcAft>
              <a:buClr>
                <a:schemeClr val="dk1"/>
              </a:buClr>
              <a:buSzPts val="1800"/>
              <a:buChar char="•"/>
              <a:defRPr/>
            </a:lvl1pPr>
            <a:lvl2pPr indent="-342900" lvl="1" marL="914400" algn="l">
              <a:spcBef>
                <a:spcPts val="360"/>
              </a:spcBef>
              <a:spcAft>
                <a:spcPts val="0"/>
              </a:spcAft>
              <a:buClr>
                <a:schemeClr val="dk1"/>
              </a:buClr>
              <a:buSzPts val="1800"/>
              <a:buChar char="–"/>
              <a:defRPr/>
            </a:lvl2pPr>
            <a:lvl3pPr indent="-342900" lvl="2" marL="1371600" algn="l">
              <a:spcBef>
                <a:spcPts val="360"/>
              </a:spcBef>
              <a:spcAft>
                <a:spcPts val="0"/>
              </a:spcAft>
              <a:buClr>
                <a:schemeClr val="dk1"/>
              </a:buClr>
              <a:buSzPts val="1800"/>
              <a:buChar char="•"/>
              <a:defRPr/>
            </a:lvl3pPr>
            <a:lvl4pPr indent="-342900" lvl="3" marL="1828800" algn="l">
              <a:spcBef>
                <a:spcPts val="360"/>
              </a:spcBef>
              <a:spcAft>
                <a:spcPts val="0"/>
              </a:spcAft>
              <a:buClr>
                <a:schemeClr val="dk1"/>
              </a:buClr>
              <a:buSzPts val="1800"/>
              <a:buChar char="–"/>
              <a:defRPr/>
            </a:lvl4pPr>
            <a:lvl5pPr indent="-342900" lvl="4" marL="2286000" algn="l">
              <a:spcBef>
                <a:spcPts val="360"/>
              </a:spcBef>
              <a:spcAft>
                <a:spcPts val="0"/>
              </a:spcAft>
              <a:buClr>
                <a:schemeClr val="dk1"/>
              </a:buClr>
              <a:buSzPts val="180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
        <p:nvSpPr>
          <p:cNvPr id="75" name="Google Shape;75;p11"/>
          <p:cNvSpPr txBox="1"/>
          <p:nvPr>
            <p:ph idx="10" type="dt"/>
          </p:nvPr>
        </p:nvSpPr>
        <p:spPr>
          <a:xfrm>
            <a:off x="609600" y="6356353"/>
            <a:ext cx="28448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1"/>
          <p:cNvSpPr txBox="1"/>
          <p:nvPr>
            <p:ph idx="11" type="ftr"/>
          </p:nvPr>
        </p:nvSpPr>
        <p:spPr>
          <a:xfrm>
            <a:off x="4165600" y="6356353"/>
            <a:ext cx="38608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7" name="Google Shape;77;p11"/>
          <p:cNvSpPr txBox="1"/>
          <p:nvPr>
            <p:ph idx="12" type="sldNum"/>
          </p:nvPr>
        </p:nvSpPr>
        <p:spPr>
          <a:xfrm>
            <a:off x="8737600" y="6356353"/>
            <a:ext cx="28448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spcAft>
                <a:spcPts val="0"/>
              </a:spcAft>
              <a:buNone/>
              <a:defRPr b="0" i="0" sz="1200" u="none" cap="none" strike="noStrike">
                <a:solidFill>
                  <a:srgbClr val="898989"/>
                </a:solidFill>
                <a:latin typeface="Oswald"/>
                <a:ea typeface="Oswald"/>
                <a:cs typeface="Oswald"/>
                <a:sym typeface="Oswald"/>
              </a:defRPr>
            </a:lvl1pPr>
            <a:lvl2pPr indent="0" lvl="1" marL="0" algn="r">
              <a:spcBef>
                <a:spcPts val="0"/>
              </a:spcBef>
              <a:spcAft>
                <a:spcPts val="0"/>
              </a:spcAft>
              <a:buNone/>
              <a:defRPr b="0" i="0" sz="1200" u="none" cap="none" strike="noStrike">
                <a:solidFill>
                  <a:srgbClr val="898989"/>
                </a:solidFill>
                <a:latin typeface="Oswald"/>
                <a:ea typeface="Oswald"/>
                <a:cs typeface="Oswald"/>
                <a:sym typeface="Oswald"/>
              </a:defRPr>
            </a:lvl2pPr>
            <a:lvl3pPr indent="0" lvl="2" marL="0" algn="r">
              <a:spcBef>
                <a:spcPts val="0"/>
              </a:spcBef>
              <a:spcAft>
                <a:spcPts val="0"/>
              </a:spcAft>
              <a:buNone/>
              <a:defRPr b="0" i="0" sz="1200" u="none" cap="none" strike="noStrike">
                <a:solidFill>
                  <a:srgbClr val="898989"/>
                </a:solidFill>
                <a:latin typeface="Oswald"/>
                <a:ea typeface="Oswald"/>
                <a:cs typeface="Oswald"/>
                <a:sym typeface="Oswald"/>
              </a:defRPr>
            </a:lvl3pPr>
            <a:lvl4pPr indent="0" lvl="3" marL="0" algn="r">
              <a:spcBef>
                <a:spcPts val="0"/>
              </a:spcBef>
              <a:spcAft>
                <a:spcPts val="0"/>
              </a:spcAft>
              <a:buNone/>
              <a:defRPr b="0" i="0" sz="1200" u="none" cap="none" strike="noStrike">
                <a:solidFill>
                  <a:srgbClr val="898989"/>
                </a:solidFill>
                <a:latin typeface="Oswald"/>
                <a:ea typeface="Oswald"/>
                <a:cs typeface="Oswald"/>
                <a:sym typeface="Oswald"/>
              </a:defRPr>
            </a:lvl4pPr>
            <a:lvl5pPr indent="0" lvl="4" marL="0" algn="r">
              <a:spcBef>
                <a:spcPts val="0"/>
              </a:spcBef>
              <a:spcAft>
                <a:spcPts val="0"/>
              </a:spcAft>
              <a:buNone/>
              <a:defRPr b="0" i="0" sz="1200" u="none" cap="none" strike="noStrike">
                <a:solidFill>
                  <a:srgbClr val="898989"/>
                </a:solidFill>
                <a:latin typeface="Oswald"/>
                <a:ea typeface="Oswald"/>
                <a:cs typeface="Oswald"/>
                <a:sym typeface="Oswald"/>
              </a:defRPr>
            </a:lvl5pPr>
            <a:lvl6pPr indent="0" lvl="5" marL="0" algn="r">
              <a:spcBef>
                <a:spcPts val="0"/>
              </a:spcBef>
              <a:spcAft>
                <a:spcPts val="0"/>
              </a:spcAft>
              <a:buNone/>
              <a:defRPr b="0" i="0" sz="1200" u="none" cap="none" strike="noStrike">
                <a:solidFill>
                  <a:srgbClr val="898989"/>
                </a:solidFill>
                <a:latin typeface="Oswald"/>
                <a:ea typeface="Oswald"/>
                <a:cs typeface="Oswald"/>
                <a:sym typeface="Oswald"/>
              </a:defRPr>
            </a:lvl6pPr>
            <a:lvl7pPr indent="0" lvl="6" marL="0" algn="r">
              <a:spcBef>
                <a:spcPts val="0"/>
              </a:spcBef>
              <a:spcAft>
                <a:spcPts val="0"/>
              </a:spcAft>
              <a:buNone/>
              <a:defRPr b="0" i="0" sz="1200" u="none" cap="none" strike="noStrike">
                <a:solidFill>
                  <a:srgbClr val="898989"/>
                </a:solidFill>
                <a:latin typeface="Oswald"/>
                <a:ea typeface="Oswald"/>
                <a:cs typeface="Oswald"/>
                <a:sym typeface="Oswald"/>
              </a:defRPr>
            </a:lvl7pPr>
            <a:lvl8pPr indent="0" lvl="7" marL="0" algn="r">
              <a:spcBef>
                <a:spcPts val="0"/>
              </a:spcBef>
              <a:spcAft>
                <a:spcPts val="0"/>
              </a:spcAft>
              <a:buNone/>
              <a:defRPr b="0" i="0" sz="1200" u="none" cap="none" strike="noStrike">
                <a:solidFill>
                  <a:srgbClr val="898989"/>
                </a:solidFill>
                <a:latin typeface="Oswald"/>
                <a:ea typeface="Oswald"/>
                <a:cs typeface="Oswald"/>
                <a:sym typeface="Oswald"/>
              </a:defRPr>
            </a:lvl8pPr>
            <a:lvl9pPr indent="0" lvl="8" marL="0" algn="r">
              <a:spcBef>
                <a:spcPts val="0"/>
              </a:spcBef>
              <a:spcAft>
                <a:spcPts val="0"/>
              </a:spcAft>
              <a:buNone/>
              <a:defRPr b="0" i="0" sz="1200" u="none" cap="none" strike="noStrike">
                <a:solidFill>
                  <a:srgbClr val="898989"/>
                </a:solidFill>
                <a:latin typeface="Oswald"/>
                <a:ea typeface="Oswald"/>
                <a:cs typeface="Oswald"/>
                <a:sym typeface="Oswald"/>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type="vertTitleAndTx">
  <p:cSld name="VERTICAL_TITLE_AND_VERTICAL_TEXT">
    <p:spTree>
      <p:nvGrpSpPr>
        <p:cNvPr id="78" name="Shape 78"/>
        <p:cNvGrpSpPr/>
        <p:nvPr/>
      </p:nvGrpSpPr>
      <p:grpSpPr>
        <a:xfrm>
          <a:off x="0" y="0"/>
          <a:ext cx="0" cy="0"/>
          <a:chOff x="0" y="0"/>
          <a:chExt cx="0" cy="0"/>
        </a:xfrm>
      </p:grpSpPr>
      <p:sp>
        <p:nvSpPr>
          <p:cNvPr id="79" name="Google Shape;79;p12"/>
          <p:cNvSpPr txBox="1"/>
          <p:nvPr>
            <p:ph type="title"/>
          </p:nvPr>
        </p:nvSpPr>
        <p:spPr>
          <a:xfrm rot="5400000">
            <a:off x="7285038" y="1828804"/>
            <a:ext cx="5851525" cy="2743200"/>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ctr">
              <a:spcBef>
                <a:spcPts val="0"/>
              </a:spcBef>
              <a:spcAft>
                <a:spcPts val="0"/>
              </a:spcAft>
              <a:buSzPts val="1400"/>
              <a:buNone/>
              <a:defRPr/>
            </a:lvl2pPr>
            <a:lvl3pPr lvl="2" algn="ctr">
              <a:spcBef>
                <a:spcPts val="0"/>
              </a:spcBef>
              <a:spcAft>
                <a:spcPts val="0"/>
              </a:spcAft>
              <a:buSzPts val="1400"/>
              <a:buNone/>
              <a:defRPr/>
            </a:lvl3pPr>
            <a:lvl4pPr lvl="3" algn="ctr">
              <a:spcBef>
                <a:spcPts val="0"/>
              </a:spcBef>
              <a:spcAft>
                <a:spcPts val="0"/>
              </a:spcAft>
              <a:buSzPts val="1400"/>
              <a:buNone/>
              <a:defRPr/>
            </a:lvl4pPr>
            <a:lvl5pPr lvl="4" algn="ctr">
              <a:spcBef>
                <a:spcPts val="0"/>
              </a:spcBef>
              <a:spcAft>
                <a:spcPts val="0"/>
              </a:spcAft>
              <a:buSzPts val="1400"/>
              <a:buNone/>
              <a:defRPr/>
            </a:lvl5pPr>
            <a:lvl6pPr lvl="5" algn="ctr">
              <a:spcBef>
                <a:spcPts val="0"/>
              </a:spcBef>
              <a:spcAft>
                <a:spcPts val="0"/>
              </a:spcAft>
              <a:buSzPts val="1400"/>
              <a:buNone/>
              <a:defRPr/>
            </a:lvl6pPr>
            <a:lvl7pPr lvl="6" algn="ctr">
              <a:spcBef>
                <a:spcPts val="0"/>
              </a:spcBef>
              <a:spcAft>
                <a:spcPts val="0"/>
              </a:spcAft>
              <a:buSzPts val="1400"/>
              <a:buNone/>
              <a:defRPr/>
            </a:lvl7pPr>
            <a:lvl8pPr lvl="7" algn="ctr">
              <a:spcBef>
                <a:spcPts val="0"/>
              </a:spcBef>
              <a:spcAft>
                <a:spcPts val="0"/>
              </a:spcAft>
              <a:buSzPts val="1400"/>
              <a:buNone/>
              <a:defRPr/>
            </a:lvl8pPr>
            <a:lvl9pPr lvl="8" algn="ctr">
              <a:spcBef>
                <a:spcPts val="0"/>
              </a:spcBef>
              <a:spcAft>
                <a:spcPts val="0"/>
              </a:spcAft>
              <a:buSzPts val="1400"/>
              <a:buNone/>
              <a:defRPr/>
            </a:lvl9pPr>
          </a:lstStyle>
          <a:p/>
        </p:txBody>
      </p:sp>
      <p:sp>
        <p:nvSpPr>
          <p:cNvPr id="80" name="Google Shape;80;p12"/>
          <p:cNvSpPr txBox="1"/>
          <p:nvPr>
            <p:ph idx="1" type="body"/>
          </p:nvPr>
        </p:nvSpPr>
        <p:spPr>
          <a:xfrm rot="5400000">
            <a:off x="1697038" y="-812796"/>
            <a:ext cx="5851525" cy="8026400"/>
          </a:xfrm>
          <a:prstGeom prst="rect">
            <a:avLst/>
          </a:prstGeom>
          <a:noFill/>
          <a:ln>
            <a:noFill/>
          </a:ln>
        </p:spPr>
        <p:txBody>
          <a:bodyPr anchorCtr="0" anchor="t" bIns="45700" lIns="91425" spcFirstLastPara="1" rIns="91425" wrap="square" tIns="45700">
            <a:noAutofit/>
          </a:bodyPr>
          <a:lstStyle>
            <a:lvl1pPr indent="-342900" lvl="0" marL="457200" algn="l">
              <a:spcBef>
                <a:spcPts val="360"/>
              </a:spcBef>
              <a:spcAft>
                <a:spcPts val="0"/>
              </a:spcAft>
              <a:buClr>
                <a:schemeClr val="dk1"/>
              </a:buClr>
              <a:buSzPts val="1800"/>
              <a:buChar char="•"/>
              <a:defRPr/>
            </a:lvl1pPr>
            <a:lvl2pPr indent="-342900" lvl="1" marL="914400" algn="l">
              <a:spcBef>
                <a:spcPts val="360"/>
              </a:spcBef>
              <a:spcAft>
                <a:spcPts val="0"/>
              </a:spcAft>
              <a:buClr>
                <a:schemeClr val="dk1"/>
              </a:buClr>
              <a:buSzPts val="1800"/>
              <a:buChar char="–"/>
              <a:defRPr/>
            </a:lvl2pPr>
            <a:lvl3pPr indent="-342900" lvl="2" marL="1371600" algn="l">
              <a:spcBef>
                <a:spcPts val="360"/>
              </a:spcBef>
              <a:spcAft>
                <a:spcPts val="0"/>
              </a:spcAft>
              <a:buClr>
                <a:schemeClr val="dk1"/>
              </a:buClr>
              <a:buSzPts val="1800"/>
              <a:buChar char="•"/>
              <a:defRPr/>
            </a:lvl3pPr>
            <a:lvl4pPr indent="-342900" lvl="3" marL="1828800" algn="l">
              <a:spcBef>
                <a:spcPts val="360"/>
              </a:spcBef>
              <a:spcAft>
                <a:spcPts val="0"/>
              </a:spcAft>
              <a:buClr>
                <a:schemeClr val="dk1"/>
              </a:buClr>
              <a:buSzPts val="1800"/>
              <a:buChar char="–"/>
              <a:defRPr/>
            </a:lvl4pPr>
            <a:lvl5pPr indent="-342900" lvl="4" marL="2286000" algn="l">
              <a:spcBef>
                <a:spcPts val="360"/>
              </a:spcBef>
              <a:spcAft>
                <a:spcPts val="0"/>
              </a:spcAft>
              <a:buClr>
                <a:schemeClr val="dk1"/>
              </a:buClr>
              <a:buSzPts val="180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
        <p:nvSpPr>
          <p:cNvPr id="81" name="Google Shape;81;p12"/>
          <p:cNvSpPr txBox="1"/>
          <p:nvPr>
            <p:ph idx="10" type="dt"/>
          </p:nvPr>
        </p:nvSpPr>
        <p:spPr>
          <a:xfrm>
            <a:off x="609600" y="6356353"/>
            <a:ext cx="28448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2"/>
          <p:cNvSpPr txBox="1"/>
          <p:nvPr>
            <p:ph idx="11" type="ftr"/>
          </p:nvPr>
        </p:nvSpPr>
        <p:spPr>
          <a:xfrm>
            <a:off x="4165600" y="6356353"/>
            <a:ext cx="38608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2"/>
          <p:cNvSpPr txBox="1"/>
          <p:nvPr>
            <p:ph idx="12" type="sldNum"/>
          </p:nvPr>
        </p:nvSpPr>
        <p:spPr>
          <a:xfrm>
            <a:off x="8737600" y="6356353"/>
            <a:ext cx="28448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spcAft>
                <a:spcPts val="0"/>
              </a:spcAft>
              <a:buNone/>
              <a:defRPr b="0" i="0" sz="1200" u="none" cap="none" strike="noStrike">
                <a:solidFill>
                  <a:srgbClr val="898989"/>
                </a:solidFill>
                <a:latin typeface="Oswald"/>
                <a:ea typeface="Oswald"/>
                <a:cs typeface="Oswald"/>
                <a:sym typeface="Oswald"/>
              </a:defRPr>
            </a:lvl1pPr>
            <a:lvl2pPr indent="0" lvl="1" marL="0" algn="r">
              <a:spcBef>
                <a:spcPts val="0"/>
              </a:spcBef>
              <a:spcAft>
                <a:spcPts val="0"/>
              </a:spcAft>
              <a:buNone/>
              <a:defRPr b="0" i="0" sz="1200" u="none" cap="none" strike="noStrike">
                <a:solidFill>
                  <a:srgbClr val="898989"/>
                </a:solidFill>
                <a:latin typeface="Oswald"/>
                <a:ea typeface="Oswald"/>
                <a:cs typeface="Oswald"/>
                <a:sym typeface="Oswald"/>
              </a:defRPr>
            </a:lvl2pPr>
            <a:lvl3pPr indent="0" lvl="2" marL="0" algn="r">
              <a:spcBef>
                <a:spcPts val="0"/>
              </a:spcBef>
              <a:spcAft>
                <a:spcPts val="0"/>
              </a:spcAft>
              <a:buNone/>
              <a:defRPr b="0" i="0" sz="1200" u="none" cap="none" strike="noStrike">
                <a:solidFill>
                  <a:srgbClr val="898989"/>
                </a:solidFill>
                <a:latin typeface="Oswald"/>
                <a:ea typeface="Oswald"/>
                <a:cs typeface="Oswald"/>
                <a:sym typeface="Oswald"/>
              </a:defRPr>
            </a:lvl3pPr>
            <a:lvl4pPr indent="0" lvl="3" marL="0" algn="r">
              <a:spcBef>
                <a:spcPts val="0"/>
              </a:spcBef>
              <a:spcAft>
                <a:spcPts val="0"/>
              </a:spcAft>
              <a:buNone/>
              <a:defRPr b="0" i="0" sz="1200" u="none" cap="none" strike="noStrike">
                <a:solidFill>
                  <a:srgbClr val="898989"/>
                </a:solidFill>
                <a:latin typeface="Oswald"/>
                <a:ea typeface="Oswald"/>
                <a:cs typeface="Oswald"/>
                <a:sym typeface="Oswald"/>
              </a:defRPr>
            </a:lvl4pPr>
            <a:lvl5pPr indent="0" lvl="4" marL="0" algn="r">
              <a:spcBef>
                <a:spcPts val="0"/>
              </a:spcBef>
              <a:spcAft>
                <a:spcPts val="0"/>
              </a:spcAft>
              <a:buNone/>
              <a:defRPr b="0" i="0" sz="1200" u="none" cap="none" strike="noStrike">
                <a:solidFill>
                  <a:srgbClr val="898989"/>
                </a:solidFill>
                <a:latin typeface="Oswald"/>
                <a:ea typeface="Oswald"/>
                <a:cs typeface="Oswald"/>
                <a:sym typeface="Oswald"/>
              </a:defRPr>
            </a:lvl5pPr>
            <a:lvl6pPr indent="0" lvl="5" marL="0" algn="r">
              <a:spcBef>
                <a:spcPts val="0"/>
              </a:spcBef>
              <a:spcAft>
                <a:spcPts val="0"/>
              </a:spcAft>
              <a:buNone/>
              <a:defRPr b="0" i="0" sz="1200" u="none" cap="none" strike="noStrike">
                <a:solidFill>
                  <a:srgbClr val="898989"/>
                </a:solidFill>
                <a:latin typeface="Oswald"/>
                <a:ea typeface="Oswald"/>
                <a:cs typeface="Oswald"/>
                <a:sym typeface="Oswald"/>
              </a:defRPr>
            </a:lvl6pPr>
            <a:lvl7pPr indent="0" lvl="6" marL="0" algn="r">
              <a:spcBef>
                <a:spcPts val="0"/>
              </a:spcBef>
              <a:spcAft>
                <a:spcPts val="0"/>
              </a:spcAft>
              <a:buNone/>
              <a:defRPr b="0" i="0" sz="1200" u="none" cap="none" strike="noStrike">
                <a:solidFill>
                  <a:srgbClr val="898989"/>
                </a:solidFill>
                <a:latin typeface="Oswald"/>
                <a:ea typeface="Oswald"/>
                <a:cs typeface="Oswald"/>
                <a:sym typeface="Oswald"/>
              </a:defRPr>
            </a:lvl7pPr>
            <a:lvl8pPr indent="0" lvl="7" marL="0" algn="r">
              <a:spcBef>
                <a:spcPts val="0"/>
              </a:spcBef>
              <a:spcAft>
                <a:spcPts val="0"/>
              </a:spcAft>
              <a:buNone/>
              <a:defRPr b="0" i="0" sz="1200" u="none" cap="none" strike="noStrike">
                <a:solidFill>
                  <a:srgbClr val="898989"/>
                </a:solidFill>
                <a:latin typeface="Oswald"/>
                <a:ea typeface="Oswald"/>
                <a:cs typeface="Oswald"/>
                <a:sym typeface="Oswald"/>
              </a:defRPr>
            </a:lvl8pPr>
            <a:lvl9pPr indent="0" lvl="8" marL="0" algn="r">
              <a:spcBef>
                <a:spcPts val="0"/>
              </a:spcBef>
              <a:spcAft>
                <a:spcPts val="0"/>
              </a:spcAft>
              <a:buNone/>
              <a:defRPr b="0" i="0" sz="1200" u="none" cap="none" strike="noStrike">
                <a:solidFill>
                  <a:srgbClr val="898989"/>
                </a:solidFill>
                <a:latin typeface="Oswald"/>
                <a:ea typeface="Oswald"/>
                <a:cs typeface="Oswald"/>
                <a:sym typeface="Oswald"/>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609600" y="-47625"/>
            <a:ext cx="10972800" cy="1143000"/>
          </a:xfrm>
          <a:prstGeom prst="rect">
            <a:avLst/>
          </a:prstGeom>
          <a:noFill/>
          <a:ln>
            <a:noFill/>
          </a:ln>
        </p:spPr>
        <p:txBody>
          <a:bodyPr anchorCtr="0" anchor="ctr" bIns="45700" lIns="91425" spcFirstLastPara="1" rIns="91425" wrap="square" tIns="45700">
            <a:noAutofit/>
          </a:bodyPr>
          <a:lstStyle>
            <a:lvl1pPr lvl="0" marR="0" rtl="0" algn="ctr">
              <a:spcBef>
                <a:spcPts val="0"/>
              </a:spcBef>
              <a:spcAft>
                <a:spcPts val="0"/>
              </a:spcAft>
              <a:buSzPts val="1400"/>
              <a:buNone/>
              <a:defRPr b="0" i="0" sz="4400" u="none" cap="none" strike="noStrike">
                <a:solidFill>
                  <a:schemeClr val="dk1"/>
                </a:solidFill>
                <a:latin typeface="Oswald"/>
                <a:ea typeface="Oswald"/>
                <a:cs typeface="Oswald"/>
                <a:sym typeface="Oswald"/>
              </a:defRPr>
            </a:lvl1pPr>
            <a:lvl2pPr lvl="1" marR="0" rtl="0" algn="ctr">
              <a:spcBef>
                <a:spcPts val="0"/>
              </a:spcBef>
              <a:spcAft>
                <a:spcPts val="0"/>
              </a:spcAft>
              <a:buSzPts val="1400"/>
              <a:buNone/>
              <a:defRPr b="0" i="0" sz="4400" u="none" cap="none" strike="noStrike">
                <a:solidFill>
                  <a:schemeClr val="dk1"/>
                </a:solidFill>
                <a:latin typeface="Oswald"/>
                <a:ea typeface="Oswald"/>
                <a:cs typeface="Oswald"/>
                <a:sym typeface="Oswald"/>
              </a:defRPr>
            </a:lvl2pPr>
            <a:lvl3pPr lvl="2" marR="0" rtl="0" algn="ctr">
              <a:spcBef>
                <a:spcPts val="0"/>
              </a:spcBef>
              <a:spcAft>
                <a:spcPts val="0"/>
              </a:spcAft>
              <a:buSzPts val="1400"/>
              <a:buNone/>
              <a:defRPr b="0" i="0" sz="4400" u="none" cap="none" strike="noStrike">
                <a:solidFill>
                  <a:schemeClr val="dk1"/>
                </a:solidFill>
                <a:latin typeface="Oswald"/>
                <a:ea typeface="Oswald"/>
                <a:cs typeface="Oswald"/>
                <a:sym typeface="Oswald"/>
              </a:defRPr>
            </a:lvl3pPr>
            <a:lvl4pPr lvl="3" marR="0" rtl="0" algn="ctr">
              <a:spcBef>
                <a:spcPts val="0"/>
              </a:spcBef>
              <a:spcAft>
                <a:spcPts val="0"/>
              </a:spcAft>
              <a:buSzPts val="1400"/>
              <a:buNone/>
              <a:defRPr b="0" i="0" sz="4400" u="none" cap="none" strike="noStrike">
                <a:solidFill>
                  <a:schemeClr val="dk1"/>
                </a:solidFill>
                <a:latin typeface="Oswald"/>
                <a:ea typeface="Oswald"/>
                <a:cs typeface="Oswald"/>
                <a:sym typeface="Oswald"/>
              </a:defRPr>
            </a:lvl4pPr>
            <a:lvl5pPr lvl="4" marR="0" rtl="0" algn="ctr">
              <a:spcBef>
                <a:spcPts val="0"/>
              </a:spcBef>
              <a:spcAft>
                <a:spcPts val="0"/>
              </a:spcAft>
              <a:buSzPts val="1400"/>
              <a:buNone/>
              <a:defRPr b="0" i="0" sz="4400" u="none" cap="none" strike="noStrike">
                <a:solidFill>
                  <a:schemeClr val="dk1"/>
                </a:solidFill>
                <a:latin typeface="Oswald"/>
                <a:ea typeface="Oswald"/>
                <a:cs typeface="Oswald"/>
                <a:sym typeface="Oswald"/>
              </a:defRPr>
            </a:lvl5pPr>
            <a:lvl6pPr lvl="5" marR="0" rtl="0" algn="ctr">
              <a:spcBef>
                <a:spcPts val="0"/>
              </a:spcBef>
              <a:spcAft>
                <a:spcPts val="0"/>
              </a:spcAft>
              <a:buSzPts val="1400"/>
              <a:buNone/>
              <a:defRPr b="0" i="0" sz="4400" u="none" cap="none" strike="noStrike">
                <a:solidFill>
                  <a:schemeClr val="dk1"/>
                </a:solidFill>
                <a:latin typeface="Oswald"/>
                <a:ea typeface="Oswald"/>
                <a:cs typeface="Oswald"/>
                <a:sym typeface="Oswald"/>
              </a:defRPr>
            </a:lvl6pPr>
            <a:lvl7pPr lvl="6" marR="0" rtl="0" algn="ctr">
              <a:spcBef>
                <a:spcPts val="0"/>
              </a:spcBef>
              <a:spcAft>
                <a:spcPts val="0"/>
              </a:spcAft>
              <a:buSzPts val="1400"/>
              <a:buNone/>
              <a:defRPr b="0" i="0" sz="4400" u="none" cap="none" strike="noStrike">
                <a:solidFill>
                  <a:schemeClr val="dk1"/>
                </a:solidFill>
                <a:latin typeface="Oswald"/>
                <a:ea typeface="Oswald"/>
                <a:cs typeface="Oswald"/>
                <a:sym typeface="Oswald"/>
              </a:defRPr>
            </a:lvl7pPr>
            <a:lvl8pPr lvl="7" marR="0" rtl="0" algn="ctr">
              <a:spcBef>
                <a:spcPts val="0"/>
              </a:spcBef>
              <a:spcAft>
                <a:spcPts val="0"/>
              </a:spcAft>
              <a:buSzPts val="1400"/>
              <a:buNone/>
              <a:defRPr b="0" i="0" sz="4400" u="none" cap="none" strike="noStrike">
                <a:solidFill>
                  <a:schemeClr val="dk1"/>
                </a:solidFill>
                <a:latin typeface="Oswald"/>
                <a:ea typeface="Oswald"/>
                <a:cs typeface="Oswald"/>
                <a:sym typeface="Oswald"/>
              </a:defRPr>
            </a:lvl8pPr>
            <a:lvl9pPr lvl="8" marR="0" rtl="0" algn="ctr">
              <a:spcBef>
                <a:spcPts val="0"/>
              </a:spcBef>
              <a:spcAft>
                <a:spcPts val="0"/>
              </a:spcAft>
              <a:buSzPts val="1400"/>
              <a:buNone/>
              <a:defRPr b="0" i="0" sz="4400" u="none" cap="none" strike="noStrike">
                <a:solidFill>
                  <a:schemeClr val="dk1"/>
                </a:solidFill>
                <a:latin typeface="Oswald"/>
                <a:ea typeface="Oswald"/>
                <a:cs typeface="Oswald"/>
                <a:sym typeface="Oswald"/>
              </a:defRPr>
            </a:lvl9pPr>
          </a:lstStyle>
          <a:p/>
        </p:txBody>
      </p:sp>
      <p:sp>
        <p:nvSpPr>
          <p:cNvPr id="11" name="Google Shape;11;p1"/>
          <p:cNvSpPr txBox="1"/>
          <p:nvPr>
            <p:ph idx="1" type="body"/>
          </p:nvPr>
        </p:nvSpPr>
        <p:spPr>
          <a:xfrm>
            <a:off x="609600" y="1095375"/>
            <a:ext cx="10972800" cy="5030788"/>
          </a:xfrm>
          <a:prstGeom prst="rect">
            <a:avLst/>
          </a:prstGeom>
          <a:noFill/>
          <a:ln>
            <a:noFill/>
          </a:ln>
        </p:spPr>
        <p:txBody>
          <a:bodyPr anchorCtr="0" anchor="t" bIns="45700" lIns="91425" spcFirstLastPara="1" rIns="91425" wrap="square" tIns="45700">
            <a:noAutofit/>
          </a:bodyPr>
          <a:lstStyle>
            <a:lvl1pPr indent="-431800" lvl="0" marL="457200" marR="0" rtl="0" algn="l">
              <a:spcBef>
                <a:spcPts val="640"/>
              </a:spcBef>
              <a:spcAft>
                <a:spcPts val="0"/>
              </a:spcAft>
              <a:buClr>
                <a:schemeClr val="dk1"/>
              </a:buClr>
              <a:buSzPts val="3200"/>
              <a:buFont typeface="Arial"/>
              <a:buChar char="•"/>
              <a:defRPr b="0" i="0" sz="3200" u="none" cap="none" strike="noStrike">
                <a:solidFill>
                  <a:schemeClr val="dk1"/>
                </a:solidFill>
                <a:latin typeface="Oswald"/>
                <a:ea typeface="Oswald"/>
                <a:cs typeface="Oswald"/>
                <a:sym typeface="Oswald"/>
              </a:defRPr>
            </a:lvl1pPr>
            <a:lvl2pPr indent="-406400" lvl="1" marL="914400" marR="0" rtl="0" algn="l">
              <a:spcBef>
                <a:spcPts val="560"/>
              </a:spcBef>
              <a:spcAft>
                <a:spcPts val="0"/>
              </a:spcAft>
              <a:buClr>
                <a:schemeClr val="dk1"/>
              </a:buClr>
              <a:buSzPts val="2800"/>
              <a:buFont typeface="Arial"/>
              <a:buChar char="–"/>
              <a:defRPr b="0" i="0" sz="2800" u="none" cap="none" strike="noStrike">
                <a:solidFill>
                  <a:schemeClr val="dk1"/>
                </a:solidFill>
                <a:latin typeface="Oswald"/>
                <a:ea typeface="Oswald"/>
                <a:cs typeface="Oswald"/>
                <a:sym typeface="Oswald"/>
              </a:defRPr>
            </a:lvl2pPr>
            <a:lvl3pPr indent="-381000" lvl="2" marL="1371600" marR="0" rtl="0" algn="l">
              <a:spcBef>
                <a:spcPts val="480"/>
              </a:spcBef>
              <a:spcAft>
                <a:spcPts val="0"/>
              </a:spcAft>
              <a:buClr>
                <a:schemeClr val="dk1"/>
              </a:buClr>
              <a:buSzPts val="2400"/>
              <a:buFont typeface="Arial"/>
              <a:buChar char="•"/>
              <a:defRPr b="0" i="0" sz="2400" u="none" cap="none" strike="noStrike">
                <a:solidFill>
                  <a:schemeClr val="dk1"/>
                </a:solidFill>
                <a:latin typeface="Oswald"/>
                <a:ea typeface="Oswald"/>
                <a:cs typeface="Oswald"/>
                <a:sym typeface="Oswald"/>
              </a:defRPr>
            </a:lvl3pPr>
            <a:lvl4pPr indent="-355600" lvl="3" marL="1828800" marR="0" rtl="0" algn="l">
              <a:spcBef>
                <a:spcPts val="400"/>
              </a:spcBef>
              <a:spcAft>
                <a:spcPts val="0"/>
              </a:spcAft>
              <a:buClr>
                <a:schemeClr val="dk1"/>
              </a:buClr>
              <a:buSzPts val="2000"/>
              <a:buFont typeface="Arial"/>
              <a:buChar char="–"/>
              <a:defRPr b="0" i="0" sz="2000" u="none" cap="none" strike="noStrike">
                <a:solidFill>
                  <a:schemeClr val="dk1"/>
                </a:solidFill>
                <a:latin typeface="Oswald"/>
                <a:ea typeface="Oswald"/>
                <a:cs typeface="Oswald"/>
                <a:sym typeface="Oswald"/>
              </a:defRPr>
            </a:lvl4pPr>
            <a:lvl5pPr indent="-355600" lvl="4" marL="2286000" marR="0" rtl="0" algn="l">
              <a:spcBef>
                <a:spcPts val="400"/>
              </a:spcBef>
              <a:spcAft>
                <a:spcPts val="0"/>
              </a:spcAft>
              <a:buClr>
                <a:schemeClr val="dk1"/>
              </a:buClr>
              <a:buSzPts val="2000"/>
              <a:buFont typeface="Arial"/>
              <a:buChar char="»"/>
              <a:defRPr b="0" i="0" sz="2000" u="none" cap="none" strike="noStrike">
                <a:solidFill>
                  <a:schemeClr val="dk1"/>
                </a:solidFill>
                <a:latin typeface="Oswald"/>
                <a:ea typeface="Oswald"/>
                <a:cs typeface="Oswald"/>
                <a:sym typeface="Oswald"/>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2" name="Google Shape;12;p1"/>
          <p:cNvSpPr txBox="1"/>
          <p:nvPr>
            <p:ph idx="10" type="dt"/>
          </p:nvPr>
        </p:nvSpPr>
        <p:spPr>
          <a:xfrm>
            <a:off x="609600" y="6356353"/>
            <a:ext cx="2844800" cy="365125"/>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200" u="none" cap="none" strike="noStrike">
                <a:solidFill>
                  <a:srgbClr val="898989"/>
                </a:solidFill>
                <a:latin typeface="Oswald"/>
                <a:ea typeface="Oswald"/>
                <a:cs typeface="Oswald"/>
                <a:sym typeface="Oswald"/>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13" name="Google Shape;13;p1"/>
          <p:cNvSpPr txBox="1"/>
          <p:nvPr>
            <p:ph idx="11" type="ftr"/>
          </p:nvPr>
        </p:nvSpPr>
        <p:spPr>
          <a:xfrm>
            <a:off x="4165600" y="6356353"/>
            <a:ext cx="3860800" cy="365125"/>
          </a:xfrm>
          <a:prstGeom prst="rect">
            <a:avLst/>
          </a:prstGeom>
          <a:noFill/>
          <a:ln>
            <a:noFill/>
          </a:ln>
        </p:spPr>
        <p:txBody>
          <a:bodyPr anchorCtr="0" anchor="ctr" bIns="45700" lIns="91425" spcFirstLastPara="1" rIns="91425" wrap="square" tIns="45700">
            <a:noAutofit/>
          </a:bodyPr>
          <a:lstStyle>
            <a:lvl1pPr lvl="0" marR="0" rtl="0" algn="ctr">
              <a:spcBef>
                <a:spcPts val="0"/>
              </a:spcBef>
              <a:spcAft>
                <a:spcPts val="0"/>
              </a:spcAft>
              <a:buSzPts val="1400"/>
              <a:buNone/>
              <a:defRPr b="0" i="0" sz="1200" u="none" cap="none" strike="noStrike">
                <a:solidFill>
                  <a:srgbClr val="888888"/>
                </a:solidFill>
                <a:latin typeface="Oswald"/>
                <a:ea typeface="Oswald"/>
                <a:cs typeface="Oswald"/>
                <a:sym typeface="Oswald"/>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14" name="Google Shape;14;p1"/>
          <p:cNvSpPr txBox="1"/>
          <p:nvPr>
            <p:ph idx="12" type="sldNum"/>
          </p:nvPr>
        </p:nvSpPr>
        <p:spPr>
          <a:xfrm>
            <a:off x="8737600" y="6356353"/>
            <a:ext cx="2844800" cy="365125"/>
          </a:xfrm>
          <a:prstGeom prst="rect">
            <a:avLst/>
          </a:prstGeom>
          <a:noFill/>
          <a:ln>
            <a:noFill/>
          </a:ln>
        </p:spPr>
        <p:txBody>
          <a:bodyPr anchorCtr="0" anchor="ctr" bIns="45700" lIns="91425" spcFirstLastPara="1" rIns="91425" wrap="square" tIns="45700">
            <a:noAutofit/>
          </a:bodyPr>
          <a:lstStyle>
            <a:lvl1pPr indent="0" lvl="0" marL="0" marR="0" rtl="0" algn="r">
              <a:spcBef>
                <a:spcPts val="0"/>
              </a:spcBef>
              <a:spcAft>
                <a:spcPts val="0"/>
              </a:spcAft>
              <a:buNone/>
              <a:defRPr b="0" i="0" sz="1200" u="none" cap="none" strike="noStrike">
                <a:solidFill>
                  <a:srgbClr val="898989"/>
                </a:solidFill>
                <a:latin typeface="Oswald"/>
                <a:ea typeface="Oswald"/>
                <a:cs typeface="Oswald"/>
                <a:sym typeface="Oswald"/>
              </a:defRPr>
            </a:lvl1pPr>
            <a:lvl2pPr indent="0" lvl="1" marL="0" marR="0" rtl="0" algn="r">
              <a:spcBef>
                <a:spcPts val="0"/>
              </a:spcBef>
              <a:spcAft>
                <a:spcPts val="0"/>
              </a:spcAft>
              <a:buNone/>
              <a:defRPr b="0" i="0" sz="1200" u="none" cap="none" strike="noStrike">
                <a:solidFill>
                  <a:srgbClr val="898989"/>
                </a:solidFill>
                <a:latin typeface="Oswald"/>
                <a:ea typeface="Oswald"/>
                <a:cs typeface="Oswald"/>
                <a:sym typeface="Oswald"/>
              </a:defRPr>
            </a:lvl2pPr>
            <a:lvl3pPr indent="0" lvl="2" marL="0" marR="0" rtl="0" algn="r">
              <a:spcBef>
                <a:spcPts val="0"/>
              </a:spcBef>
              <a:spcAft>
                <a:spcPts val="0"/>
              </a:spcAft>
              <a:buNone/>
              <a:defRPr b="0" i="0" sz="1200" u="none" cap="none" strike="noStrike">
                <a:solidFill>
                  <a:srgbClr val="898989"/>
                </a:solidFill>
                <a:latin typeface="Oswald"/>
                <a:ea typeface="Oswald"/>
                <a:cs typeface="Oswald"/>
                <a:sym typeface="Oswald"/>
              </a:defRPr>
            </a:lvl3pPr>
            <a:lvl4pPr indent="0" lvl="3" marL="0" marR="0" rtl="0" algn="r">
              <a:spcBef>
                <a:spcPts val="0"/>
              </a:spcBef>
              <a:spcAft>
                <a:spcPts val="0"/>
              </a:spcAft>
              <a:buNone/>
              <a:defRPr b="0" i="0" sz="1200" u="none" cap="none" strike="noStrike">
                <a:solidFill>
                  <a:srgbClr val="898989"/>
                </a:solidFill>
                <a:latin typeface="Oswald"/>
                <a:ea typeface="Oswald"/>
                <a:cs typeface="Oswald"/>
                <a:sym typeface="Oswald"/>
              </a:defRPr>
            </a:lvl4pPr>
            <a:lvl5pPr indent="0" lvl="4" marL="0" marR="0" rtl="0" algn="r">
              <a:spcBef>
                <a:spcPts val="0"/>
              </a:spcBef>
              <a:spcAft>
                <a:spcPts val="0"/>
              </a:spcAft>
              <a:buNone/>
              <a:defRPr b="0" i="0" sz="1200" u="none" cap="none" strike="noStrike">
                <a:solidFill>
                  <a:srgbClr val="898989"/>
                </a:solidFill>
                <a:latin typeface="Oswald"/>
                <a:ea typeface="Oswald"/>
                <a:cs typeface="Oswald"/>
                <a:sym typeface="Oswald"/>
              </a:defRPr>
            </a:lvl5pPr>
            <a:lvl6pPr indent="0" lvl="5" marL="0" marR="0" rtl="0" algn="r">
              <a:spcBef>
                <a:spcPts val="0"/>
              </a:spcBef>
              <a:spcAft>
                <a:spcPts val="0"/>
              </a:spcAft>
              <a:buNone/>
              <a:defRPr b="0" i="0" sz="1200" u="none" cap="none" strike="noStrike">
                <a:solidFill>
                  <a:srgbClr val="898989"/>
                </a:solidFill>
                <a:latin typeface="Oswald"/>
                <a:ea typeface="Oswald"/>
                <a:cs typeface="Oswald"/>
                <a:sym typeface="Oswald"/>
              </a:defRPr>
            </a:lvl6pPr>
            <a:lvl7pPr indent="0" lvl="6" marL="0" marR="0" rtl="0" algn="r">
              <a:spcBef>
                <a:spcPts val="0"/>
              </a:spcBef>
              <a:spcAft>
                <a:spcPts val="0"/>
              </a:spcAft>
              <a:buNone/>
              <a:defRPr b="0" i="0" sz="1200" u="none" cap="none" strike="noStrike">
                <a:solidFill>
                  <a:srgbClr val="898989"/>
                </a:solidFill>
                <a:latin typeface="Oswald"/>
                <a:ea typeface="Oswald"/>
                <a:cs typeface="Oswald"/>
                <a:sym typeface="Oswald"/>
              </a:defRPr>
            </a:lvl7pPr>
            <a:lvl8pPr indent="0" lvl="7" marL="0" marR="0" rtl="0" algn="r">
              <a:spcBef>
                <a:spcPts val="0"/>
              </a:spcBef>
              <a:spcAft>
                <a:spcPts val="0"/>
              </a:spcAft>
              <a:buNone/>
              <a:defRPr b="0" i="0" sz="1200" u="none" cap="none" strike="noStrike">
                <a:solidFill>
                  <a:srgbClr val="898989"/>
                </a:solidFill>
                <a:latin typeface="Oswald"/>
                <a:ea typeface="Oswald"/>
                <a:cs typeface="Oswald"/>
                <a:sym typeface="Oswald"/>
              </a:defRPr>
            </a:lvl8pPr>
            <a:lvl9pPr indent="0" lvl="8" marL="0" marR="0" rtl="0" algn="r">
              <a:spcBef>
                <a:spcPts val="0"/>
              </a:spcBef>
              <a:spcAft>
                <a:spcPts val="0"/>
              </a:spcAft>
              <a:buNone/>
              <a:defRPr b="0" i="0" sz="1200" u="none" cap="none" strike="noStrike">
                <a:solidFill>
                  <a:srgbClr val="898989"/>
                </a:solidFill>
                <a:latin typeface="Oswald"/>
                <a:ea typeface="Oswald"/>
                <a:cs typeface="Oswald"/>
                <a:sym typeface="Oswald"/>
              </a:defRPr>
            </a:lvl9pPr>
          </a:lstStyle>
          <a:p>
            <a:pPr indent="0" lvl="0" marL="0" rtl="0" algn="r">
              <a:spcBef>
                <a:spcPts val="0"/>
              </a:spcBef>
              <a:spcAft>
                <a:spcPts val="0"/>
              </a:spcAft>
              <a:buNone/>
            </a:pPr>
            <a:fld id="{00000000-1234-1234-1234-123412341234}" type="slidenum">
              <a:rPr lang="en-US"/>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2.png"/><Relationship Id="rId4"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88" name="Shape 88"/>
        <p:cNvGrpSpPr/>
        <p:nvPr/>
      </p:nvGrpSpPr>
      <p:grpSpPr>
        <a:xfrm>
          <a:off x="0" y="0"/>
          <a:ext cx="0" cy="0"/>
          <a:chOff x="0" y="0"/>
          <a:chExt cx="0" cy="0"/>
        </a:xfrm>
      </p:grpSpPr>
      <p:sp>
        <p:nvSpPr>
          <p:cNvPr id="89" name="Google Shape;89;p13"/>
          <p:cNvSpPr/>
          <p:nvPr/>
        </p:nvSpPr>
        <p:spPr>
          <a:xfrm>
            <a:off x="1524000" y="0"/>
            <a:ext cx="9144000" cy="68580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libri"/>
              <a:ea typeface="Calibri"/>
              <a:cs typeface="Calibri"/>
              <a:sym typeface="Calibri"/>
            </a:endParaRPr>
          </a:p>
        </p:txBody>
      </p:sp>
      <p:sp>
        <p:nvSpPr>
          <p:cNvPr id="90" name="Google Shape;90;p13"/>
          <p:cNvSpPr/>
          <p:nvPr/>
        </p:nvSpPr>
        <p:spPr>
          <a:xfrm>
            <a:off x="5656780" y="851521"/>
            <a:ext cx="4638605" cy="5154967"/>
          </a:xfrm>
          <a:custGeom>
            <a:rect b="b" l="l" r="r" t="t"/>
            <a:pathLst>
              <a:path extrusionOk="0" h="5154967" w="6184806">
                <a:moveTo>
                  <a:pt x="363179" y="3125191"/>
                </a:moveTo>
                <a:cubicBezTo>
                  <a:pt x="363179" y="3125191"/>
                  <a:pt x="363179" y="3125191"/>
                  <a:pt x="898270" y="3125191"/>
                </a:cubicBezTo>
                <a:cubicBezTo>
                  <a:pt x="931786" y="3125191"/>
                  <a:pt x="964145" y="3143614"/>
                  <a:pt x="980326" y="3173551"/>
                </a:cubicBezTo>
                <a:cubicBezTo>
                  <a:pt x="980326" y="3173551"/>
                  <a:pt x="980326" y="3173551"/>
                  <a:pt x="1248448" y="3635277"/>
                </a:cubicBezTo>
                <a:cubicBezTo>
                  <a:pt x="1265784" y="3664063"/>
                  <a:pt x="1265784" y="3700909"/>
                  <a:pt x="1248448" y="3729695"/>
                </a:cubicBezTo>
                <a:cubicBezTo>
                  <a:pt x="1248448" y="3729695"/>
                  <a:pt x="1248448" y="3729695"/>
                  <a:pt x="980326" y="4191421"/>
                </a:cubicBezTo>
                <a:cubicBezTo>
                  <a:pt x="964145" y="4221358"/>
                  <a:pt x="931786" y="4239781"/>
                  <a:pt x="898270" y="4239781"/>
                </a:cubicBezTo>
                <a:cubicBezTo>
                  <a:pt x="898270" y="4239781"/>
                  <a:pt x="898270" y="4239781"/>
                  <a:pt x="363179" y="4239781"/>
                </a:cubicBezTo>
                <a:cubicBezTo>
                  <a:pt x="328508" y="4239781"/>
                  <a:pt x="297305" y="4221358"/>
                  <a:pt x="279969" y="4191421"/>
                </a:cubicBezTo>
                <a:cubicBezTo>
                  <a:pt x="279969" y="4191421"/>
                  <a:pt x="279969" y="4191421"/>
                  <a:pt x="13002" y="3729695"/>
                </a:cubicBezTo>
                <a:cubicBezTo>
                  <a:pt x="-4334" y="3700909"/>
                  <a:pt x="-4334" y="3664063"/>
                  <a:pt x="13002" y="3635277"/>
                </a:cubicBezTo>
                <a:cubicBezTo>
                  <a:pt x="13002" y="3635277"/>
                  <a:pt x="13002" y="3635277"/>
                  <a:pt x="279969" y="3173551"/>
                </a:cubicBezTo>
                <a:cubicBezTo>
                  <a:pt x="297305" y="3143614"/>
                  <a:pt x="328508" y="3125191"/>
                  <a:pt x="363179" y="3125191"/>
                </a:cubicBezTo>
                <a:close/>
                <a:moveTo>
                  <a:pt x="2489721" y="570035"/>
                </a:moveTo>
                <a:cubicBezTo>
                  <a:pt x="2489721" y="570035"/>
                  <a:pt x="2489721" y="570035"/>
                  <a:pt x="2764862" y="570035"/>
                </a:cubicBezTo>
                <a:lnTo>
                  <a:pt x="2796959" y="570035"/>
                </a:lnTo>
                <a:lnTo>
                  <a:pt x="2827587" y="622777"/>
                </a:lnTo>
                <a:cubicBezTo>
                  <a:pt x="2870233" y="696217"/>
                  <a:pt x="2919858" y="781675"/>
                  <a:pt x="2977604" y="881117"/>
                </a:cubicBezTo>
                <a:cubicBezTo>
                  <a:pt x="3004153" y="925204"/>
                  <a:pt x="3004153" y="981634"/>
                  <a:pt x="2977604" y="1025720"/>
                </a:cubicBezTo>
                <a:cubicBezTo>
                  <a:pt x="2977604" y="1025720"/>
                  <a:pt x="2977604" y="1025720"/>
                  <a:pt x="2566968" y="1732863"/>
                </a:cubicBezTo>
                <a:cubicBezTo>
                  <a:pt x="2542188" y="1778712"/>
                  <a:pt x="2492629" y="1806927"/>
                  <a:pt x="2441299" y="1806927"/>
                </a:cubicBezTo>
                <a:cubicBezTo>
                  <a:pt x="2441299" y="1806927"/>
                  <a:pt x="2441299" y="1806927"/>
                  <a:pt x="1621798" y="1806927"/>
                </a:cubicBezTo>
                <a:cubicBezTo>
                  <a:pt x="1608523" y="1806927"/>
                  <a:pt x="1595580" y="1805163"/>
                  <a:pt x="1583218" y="1801802"/>
                </a:cubicBezTo>
                <a:lnTo>
                  <a:pt x="1556683" y="1790677"/>
                </a:lnTo>
                <a:lnTo>
                  <a:pt x="1572899" y="1762630"/>
                </a:lnTo>
                <a:cubicBezTo>
                  <a:pt x="1719523" y="1509042"/>
                  <a:pt x="1907201" y="1184448"/>
                  <a:pt x="2147429" y="768968"/>
                </a:cubicBezTo>
                <a:cubicBezTo>
                  <a:pt x="2218739" y="645819"/>
                  <a:pt x="2347099" y="570035"/>
                  <a:pt x="2489721" y="570035"/>
                </a:cubicBezTo>
                <a:close/>
                <a:moveTo>
                  <a:pt x="1573268" y="0"/>
                </a:moveTo>
                <a:cubicBezTo>
                  <a:pt x="1573268" y="0"/>
                  <a:pt x="1573268" y="0"/>
                  <a:pt x="2497662" y="0"/>
                </a:cubicBezTo>
                <a:cubicBezTo>
                  <a:pt x="2555561" y="0"/>
                  <a:pt x="2611463" y="31828"/>
                  <a:pt x="2639415" y="83546"/>
                </a:cubicBezTo>
                <a:cubicBezTo>
                  <a:pt x="2639415" y="83546"/>
                  <a:pt x="2639415" y="83546"/>
                  <a:pt x="2887862" y="511387"/>
                </a:cubicBezTo>
                <a:lnTo>
                  <a:pt x="2915928" y="559720"/>
                </a:lnTo>
                <a:lnTo>
                  <a:pt x="2893844" y="559720"/>
                </a:lnTo>
                <a:lnTo>
                  <a:pt x="2789466" y="559720"/>
                </a:lnTo>
                <a:lnTo>
                  <a:pt x="2744122" y="481634"/>
                </a:lnTo>
                <a:cubicBezTo>
                  <a:pt x="2570885" y="183309"/>
                  <a:pt x="2570885" y="183309"/>
                  <a:pt x="2570885" y="183309"/>
                </a:cubicBezTo>
                <a:cubicBezTo>
                  <a:pt x="2546104" y="137459"/>
                  <a:pt x="2496545" y="109243"/>
                  <a:pt x="2445216" y="109243"/>
                </a:cubicBezTo>
                <a:cubicBezTo>
                  <a:pt x="1625714" y="109243"/>
                  <a:pt x="1625714" y="109243"/>
                  <a:pt x="1625714" y="109243"/>
                </a:cubicBezTo>
                <a:cubicBezTo>
                  <a:pt x="1572615" y="109243"/>
                  <a:pt x="1524825" y="137459"/>
                  <a:pt x="1498276" y="183309"/>
                </a:cubicBezTo>
                <a:cubicBezTo>
                  <a:pt x="1089410" y="890450"/>
                  <a:pt x="1089410" y="890450"/>
                  <a:pt x="1089410" y="890450"/>
                </a:cubicBezTo>
                <a:cubicBezTo>
                  <a:pt x="1062860" y="934537"/>
                  <a:pt x="1062860" y="990967"/>
                  <a:pt x="1089410" y="1035054"/>
                </a:cubicBezTo>
                <a:cubicBezTo>
                  <a:pt x="1498276" y="1742196"/>
                  <a:pt x="1498276" y="1742196"/>
                  <a:pt x="1498276" y="1742196"/>
                </a:cubicBezTo>
                <a:cubicBezTo>
                  <a:pt x="1511551" y="1765121"/>
                  <a:pt x="1530135" y="1783637"/>
                  <a:pt x="1552039" y="1796422"/>
                </a:cubicBezTo>
                <a:lnTo>
                  <a:pt x="1558260" y="1799029"/>
                </a:lnTo>
                <a:lnTo>
                  <a:pt x="1524911" y="1856707"/>
                </a:lnTo>
                <a:lnTo>
                  <a:pt x="1500108" y="1899604"/>
                </a:lnTo>
                <a:lnTo>
                  <a:pt x="1525834" y="1910390"/>
                </a:lnTo>
                <a:cubicBezTo>
                  <a:pt x="1539779" y="1914181"/>
                  <a:pt x="1554378" y="1916170"/>
                  <a:pt x="1569352" y="1916170"/>
                </a:cubicBezTo>
                <a:cubicBezTo>
                  <a:pt x="2493745" y="1916170"/>
                  <a:pt x="2493745" y="1916170"/>
                  <a:pt x="2493745" y="1916170"/>
                </a:cubicBezTo>
                <a:cubicBezTo>
                  <a:pt x="2551645" y="1916170"/>
                  <a:pt x="2607546" y="1884345"/>
                  <a:pt x="2635498" y="1832627"/>
                </a:cubicBezTo>
                <a:cubicBezTo>
                  <a:pt x="3098693" y="1034974"/>
                  <a:pt x="3098693" y="1034974"/>
                  <a:pt x="3098693" y="1034974"/>
                </a:cubicBezTo>
                <a:cubicBezTo>
                  <a:pt x="3128641" y="985246"/>
                  <a:pt x="3128641" y="921593"/>
                  <a:pt x="3098693" y="871863"/>
                </a:cubicBezTo>
                <a:cubicBezTo>
                  <a:pt x="3040794" y="772157"/>
                  <a:pt x="2990132" y="684914"/>
                  <a:pt x="2945803" y="608576"/>
                </a:cubicBezTo>
                <a:lnTo>
                  <a:pt x="2923422" y="570035"/>
                </a:lnTo>
                <a:lnTo>
                  <a:pt x="3027104" y="570035"/>
                </a:lnTo>
                <a:cubicBezTo>
                  <a:pt x="3349535" y="570035"/>
                  <a:pt x="3865424" y="570035"/>
                  <a:pt x="4690846" y="570035"/>
                </a:cubicBezTo>
                <a:cubicBezTo>
                  <a:pt x="4828714" y="570035"/>
                  <a:pt x="4961827" y="645819"/>
                  <a:pt x="5028384" y="768968"/>
                </a:cubicBezTo>
                <a:cubicBezTo>
                  <a:pt x="5028384" y="768968"/>
                  <a:pt x="5028384" y="768968"/>
                  <a:pt x="6131323" y="2668304"/>
                </a:cubicBezTo>
                <a:cubicBezTo>
                  <a:pt x="6202634" y="2786717"/>
                  <a:pt x="6202634" y="2938285"/>
                  <a:pt x="6131323" y="3056698"/>
                </a:cubicBezTo>
                <a:cubicBezTo>
                  <a:pt x="6131323" y="3056698"/>
                  <a:pt x="6131323" y="3056698"/>
                  <a:pt x="5028384" y="4956035"/>
                </a:cubicBezTo>
                <a:cubicBezTo>
                  <a:pt x="4961827" y="5079184"/>
                  <a:pt x="4828714" y="5154967"/>
                  <a:pt x="4690846" y="5154967"/>
                </a:cubicBezTo>
                <a:cubicBezTo>
                  <a:pt x="4690846" y="5154967"/>
                  <a:pt x="4690846" y="5154967"/>
                  <a:pt x="2489721" y="5154967"/>
                </a:cubicBezTo>
                <a:cubicBezTo>
                  <a:pt x="2347099" y="5154967"/>
                  <a:pt x="2218739" y="5079184"/>
                  <a:pt x="2147429" y="4956035"/>
                </a:cubicBezTo>
                <a:cubicBezTo>
                  <a:pt x="2147429" y="4956035"/>
                  <a:pt x="2147429" y="4956035"/>
                  <a:pt x="1049243" y="3056698"/>
                </a:cubicBezTo>
                <a:cubicBezTo>
                  <a:pt x="977932" y="2938285"/>
                  <a:pt x="977932" y="2786717"/>
                  <a:pt x="1049243" y="2668304"/>
                </a:cubicBezTo>
                <a:cubicBezTo>
                  <a:pt x="1049243" y="2668304"/>
                  <a:pt x="1049243" y="2668304"/>
                  <a:pt x="1457007" y="1963067"/>
                </a:cubicBezTo>
                <a:lnTo>
                  <a:pt x="1491373" y="1903634"/>
                </a:lnTo>
                <a:lnTo>
                  <a:pt x="1490164" y="1903127"/>
                </a:lnTo>
                <a:cubicBezTo>
                  <a:pt x="1465456" y="1888705"/>
                  <a:pt x="1444493" y="1867820"/>
                  <a:pt x="1429519" y="1841960"/>
                </a:cubicBezTo>
                <a:cubicBezTo>
                  <a:pt x="1429519" y="1841960"/>
                  <a:pt x="1429519" y="1841960"/>
                  <a:pt x="968320" y="1044307"/>
                </a:cubicBezTo>
                <a:cubicBezTo>
                  <a:pt x="938371" y="994579"/>
                  <a:pt x="938371" y="930926"/>
                  <a:pt x="968320" y="881196"/>
                </a:cubicBezTo>
                <a:cubicBezTo>
                  <a:pt x="968320" y="881196"/>
                  <a:pt x="968320" y="881196"/>
                  <a:pt x="1429519" y="83546"/>
                </a:cubicBezTo>
                <a:cubicBezTo>
                  <a:pt x="1459466" y="31828"/>
                  <a:pt x="1513373" y="0"/>
                  <a:pt x="1573268" y="0"/>
                </a:cubicBezTo>
                <a:close/>
              </a:path>
            </a:pathLst>
          </a:custGeom>
          <a:solidFill>
            <a:srgbClr val="7F7F7F">
              <a:alpha val="14902"/>
            </a:srgbClr>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libri"/>
              <a:ea typeface="Calibri"/>
              <a:cs typeface="Calibri"/>
              <a:sym typeface="Calibri"/>
            </a:endParaRPr>
          </a:p>
        </p:txBody>
      </p:sp>
      <p:pic>
        <p:nvPicPr>
          <p:cNvPr id="91" name="Google Shape;91;p13"/>
          <p:cNvPicPr preferRelativeResize="0"/>
          <p:nvPr/>
        </p:nvPicPr>
        <p:blipFill rotWithShape="1">
          <a:blip r:embed="rId3">
            <a:alphaModFix/>
          </a:blip>
          <a:srcRect b="0" l="0" r="59916" t="0"/>
          <a:stretch/>
        </p:blipFill>
        <p:spPr>
          <a:xfrm>
            <a:off x="6854891" y="1715881"/>
            <a:ext cx="3203509" cy="3426237"/>
          </a:xfrm>
          <a:prstGeom prst="rect">
            <a:avLst/>
          </a:prstGeom>
          <a:noFill/>
          <a:ln>
            <a:noFill/>
          </a:ln>
        </p:spPr>
      </p:pic>
      <p:sp>
        <p:nvSpPr>
          <p:cNvPr id="92" name="Google Shape;92;p13"/>
          <p:cNvSpPr txBox="1"/>
          <p:nvPr>
            <p:ph idx="1" type="subTitle"/>
          </p:nvPr>
        </p:nvSpPr>
        <p:spPr>
          <a:xfrm>
            <a:off x="1245686" y="648614"/>
            <a:ext cx="8534400" cy="1752600"/>
          </a:xfrm>
          <a:prstGeom prst="rect">
            <a:avLst/>
          </a:prstGeom>
          <a:noFill/>
          <a:ln>
            <a:noFill/>
          </a:ln>
        </p:spPr>
        <p:txBody>
          <a:bodyPr anchorCtr="0" anchor="t" bIns="45700" lIns="91425" spcFirstLastPara="1" rIns="91425" wrap="square" tIns="45700">
            <a:noAutofit/>
          </a:bodyPr>
          <a:lstStyle/>
          <a:p>
            <a:pPr indent="0" lvl="0" marL="0" rtl="0" algn="ctr">
              <a:spcBef>
                <a:spcPts val="0"/>
              </a:spcBef>
              <a:spcAft>
                <a:spcPts val="0"/>
              </a:spcAft>
              <a:buClr>
                <a:srgbClr val="888888"/>
              </a:buClr>
              <a:buSzPts val="3200"/>
              <a:buNone/>
            </a:pPr>
            <a:r>
              <a:t/>
            </a:r>
            <a:endParaRPr b="1">
              <a:solidFill>
                <a:schemeClr val="dk1"/>
              </a:solidFill>
              <a:latin typeface="Times New Roman"/>
              <a:ea typeface="Times New Roman"/>
              <a:cs typeface="Times New Roman"/>
              <a:sym typeface="Times New Roman"/>
            </a:endParaRPr>
          </a:p>
          <a:p>
            <a:pPr indent="0" lvl="0" marL="0" rtl="0" algn="ctr">
              <a:spcBef>
                <a:spcPts val="640"/>
              </a:spcBef>
              <a:spcAft>
                <a:spcPts val="0"/>
              </a:spcAft>
              <a:buClr>
                <a:schemeClr val="dk1"/>
              </a:buClr>
              <a:buSzPts val="3200"/>
              <a:buNone/>
            </a:pPr>
            <a:r>
              <a:rPr b="1" lang="en-US">
                <a:solidFill>
                  <a:schemeClr val="dk1"/>
                </a:solidFill>
                <a:latin typeface="Times New Roman"/>
                <a:ea typeface="Times New Roman"/>
                <a:cs typeface="Times New Roman"/>
                <a:sym typeface="Times New Roman"/>
              </a:rPr>
              <a:t>TITLE PAGE</a:t>
            </a:r>
            <a:endParaRPr b="1">
              <a:solidFill>
                <a:schemeClr val="dk1"/>
              </a:solidFill>
              <a:latin typeface="Times New Roman"/>
              <a:ea typeface="Times New Roman"/>
              <a:cs typeface="Times New Roman"/>
              <a:sym typeface="Times New Roman"/>
            </a:endParaRPr>
          </a:p>
        </p:txBody>
      </p:sp>
      <p:sp>
        <p:nvSpPr>
          <p:cNvPr id="93" name="Google Shape;93;p13"/>
          <p:cNvSpPr txBox="1"/>
          <p:nvPr>
            <p:ph type="ctrTitle"/>
          </p:nvPr>
        </p:nvSpPr>
        <p:spPr>
          <a:xfrm>
            <a:off x="331286" y="-526757"/>
            <a:ext cx="10363200" cy="2076450"/>
          </a:xfrm>
          <a:prstGeom prst="rect">
            <a:avLst/>
          </a:prstGeom>
          <a:noFill/>
          <a:ln>
            <a:noFill/>
          </a:ln>
        </p:spPr>
        <p:txBody>
          <a:bodyPr anchorCtr="0" anchor="ctr" bIns="45700" lIns="91425" spcFirstLastPara="1" rIns="91425" wrap="square" tIns="45700">
            <a:noAutofit/>
          </a:bodyPr>
          <a:lstStyle/>
          <a:p>
            <a:pPr indent="0" lvl="0" marL="0" rtl="0" algn="ctr">
              <a:spcBef>
                <a:spcPts val="0"/>
              </a:spcBef>
              <a:spcAft>
                <a:spcPts val="0"/>
              </a:spcAft>
              <a:buNone/>
            </a:pPr>
            <a:r>
              <a:rPr b="1" lang="en-US" sz="4000">
                <a:solidFill>
                  <a:schemeClr val="dk2"/>
                </a:solidFill>
                <a:latin typeface="Garamond"/>
                <a:ea typeface="Garamond"/>
                <a:cs typeface="Garamond"/>
                <a:sym typeface="Garamond"/>
              </a:rPr>
              <a:t>SMART INDIA HACKATHON 2026</a:t>
            </a:r>
            <a:endParaRPr b="1" sz="4000">
              <a:solidFill>
                <a:schemeClr val="dk2"/>
              </a:solidFill>
              <a:latin typeface="Garamond"/>
              <a:ea typeface="Garamond"/>
              <a:cs typeface="Garamond"/>
              <a:sym typeface="Garamond"/>
            </a:endParaRPr>
          </a:p>
        </p:txBody>
      </p:sp>
      <p:sp>
        <p:nvSpPr>
          <p:cNvPr id="94" name="Google Shape;94;p13"/>
          <p:cNvSpPr txBox="1"/>
          <p:nvPr/>
        </p:nvSpPr>
        <p:spPr>
          <a:xfrm>
            <a:off x="331286" y="2076450"/>
            <a:ext cx="5924550" cy="4703019"/>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900" u="none" cap="none" strike="noStrike">
                <a:solidFill>
                  <a:srgbClr val="1F497D"/>
                </a:solidFill>
                <a:latin typeface="Arial"/>
                <a:ea typeface="Arial"/>
                <a:cs typeface="Arial"/>
                <a:sym typeface="Arial"/>
              </a:rPr>
              <a:t>Problem Statement ID  –  SIH26119</a:t>
            </a:r>
            <a:endParaRPr b="0" i="0" sz="1800" u="none" cap="none" strike="noStrike">
              <a:solidFill>
                <a:schemeClr val="dk1"/>
              </a:solidFill>
              <a:latin typeface="Calibri"/>
              <a:ea typeface="Calibri"/>
              <a:cs typeface="Calibri"/>
              <a:sym typeface="Calibri"/>
            </a:endParaRPr>
          </a:p>
          <a:p>
            <a:pPr indent="0" lvl="0" marL="0" marR="0" rtl="0" algn="l">
              <a:spcBef>
                <a:spcPts val="500"/>
              </a:spcBef>
              <a:spcAft>
                <a:spcPts val="0"/>
              </a:spcAft>
              <a:buNone/>
            </a:pPr>
            <a:r>
              <a:rPr b="1" i="0" lang="en-US" sz="1500" u="none" cap="none" strike="noStrike">
                <a:solidFill>
                  <a:srgbClr val="1A1A1A"/>
                </a:solidFill>
                <a:latin typeface="Arial"/>
                <a:ea typeface="Arial"/>
                <a:cs typeface="Arial"/>
                <a:sym typeface="Arial"/>
              </a:rPr>
              <a:t>Problem Statement Title –  Indigenous GPU-Accelerated</a:t>
            </a:r>
            <a:endParaRPr/>
          </a:p>
          <a:p>
            <a:pPr indent="0" lvl="0" marL="256032" marR="0" rtl="0" algn="l">
              <a:spcBef>
                <a:spcPts val="500"/>
              </a:spcBef>
              <a:spcAft>
                <a:spcPts val="0"/>
              </a:spcAft>
              <a:buNone/>
            </a:pPr>
            <a:r>
              <a:rPr b="1" i="0" lang="en-US" sz="1500" u="none" cap="none" strike="noStrike">
                <a:solidFill>
                  <a:srgbClr val="1A1A1A"/>
                </a:solidFill>
                <a:latin typeface="Arial"/>
                <a:ea typeface="Arial"/>
                <a:cs typeface="Arial"/>
                <a:sym typeface="Arial"/>
              </a:rPr>
              <a:t>Optimization Solver (Sovereign Alternative to</a:t>
            </a:r>
            <a:endParaRPr/>
          </a:p>
          <a:p>
            <a:pPr indent="0" lvl="0" marL="256032" marR="0" rtl="0" algn="l">
              <a:spcBef>
                <a:spcPts val="500"/>
              </a:spcBef>
              <a:spcAft>
                <a:spcPts val="0"/>
              </a:spcAft>
              <a:buNone/>
            </a:pPr>
            <a:r>
              <a:rPr b="1" i="0" lang="en-US" sz="1500" u="none" cap="none" strike="noStrike">
                <a:solidFill>
                  <a:srgbClr val="1A1A1A"/>
                </a:solidFill>
                <a:latin typeface="Arial"/>
                <a:ea typeface="Arial"/>
                <a:cs typeface="Arial"/>
                <a:sym typeface="Arial"/>
              </a:rPr>
              <a:t>Express / CEPLEX)</a:t>
            </a:r>
            <a:endParaRPr/>
          </a:p>
          <a:p>
            <a:pPr indent="0" lvl="0" marL="0" marR="0" rtl="0" algn="l">
              <a:spcBef>
                <a:spcPts val="500"/>
              </a:spcBef>
              <a:spcAft>
                <a:spcPts val="0"/>
              </a:spcAft>
              <a:buNone/>
            </a:pPr>
            <a:r>
              <a:rPr b="0" i="0" lang="en-US" sz="1300" u="none" cap="none" strike="noStrike">
                <a:solidFill>
                  <a:srgbClr val="555555"/>
                </a:solidFill>
                <a:latin typeface="Arial"/>
                <a:ea typeface="Arial"/>
                <a:cs typeface="Arial"/>
                <a:sym typeface="Arial"/>
              </a:rPr>
              <a:t>Organisation –  Mangalore Refinery and Petrochemicals Ltd (MRPL)</a:t>
            </a:r>
            <a:endParaRPr/>
          </a:p>
          <a:p>
            <a:pPr indent="0" lvl="0" marL="0" marR="0" rtl="0" algn="l">
              <a:spcBef>
                <a:spcPts val="500"/>
              </a:spcBef>
              <a:spcAft>
                <a:spcPts val="0"/>
              </a:spcAft>
              <a:buNone/>
            </a:pPr>
            <a:r>
              <a:rPr b="1" i="0" lang="en-US" sz="1500" u="none" cap="none" strike="noStrike">
                <a:solidFill>
                  <a:srgbClr val="1A1A1A"/>
                </a:solidFill>
                <a:latin typeface="Arial"/>
                <a:ea typeface="Arial"/>
                <a:cs typeface="Arial"/>
                <a:sym typeface="Arial"/>
              </a:rPr>
              <a:t>Theme –  Smart Automation</a:t>
            </a:r>
            <a:endParaRPr/>
          </a:p>
          <a:p>
            <a:pPr indent="0" lvl="0" marL="0" marR="0" rtl="0" algn="l">
              <a:spcBef>
                <a:spcPts val="500"/>
              </a:spcBef>
              <a:spcAft>
                <a:spcPts val="0"/>
              </a:spcAft>
              <a:buNone/>
            </a:pPr>
            <a:r>
              <a:rPr b="1" i="0" lang="en-US" sz="1500" u="none" cap="none" strike="noStrike">
                <a:solidFill>
                  <a:srgbClr val="1A1A1A"/>
                </a:solidFill>
                <a:latin typeface="Arial"/>
                <a:ea typeface="Arial"/>
                <a:cs typeface="Arial"/>
                <a:sym typeface="Arial"/>
              </a:rPr>
              <a:t>PS Category –  Software</a:t>
            </a:r>
            <a:endParaRPr/>
          </a:p>
          <a:p>
            <a:pPr indent="0" lvl="0" marL="0" marR="0" rtl="0" algn="l">
              <a:spcBef>
                <a:spcPts val="500"/>
              </a:spcBef>
              <a:spcAft>
                <a:spcPts val="0"/>
              </a:spcAft>
              <a:buNone/>
            </a:pPr>
            <a:r>
              <a:rPr b="1" i="0" lang="en-US" sz="1500" u="none" cap="none" strike="noStrike">
                <a:solidFill>
                  <a:srgbClr val="1A1A1A"/>
                </a:solidFill>
                <a:latin typeface="Arial"/>
                <a:ea typeface="Arial"/>
                <a:cs typeface="Arial"/>
                <a:sym typeface="Arial"/>
              </a:rPr>
              <a:t>Team ID –  175338</a:t>
            </a:r>
            <a:endParaRPr/>
          </a:p>
          <a:p>
            <a:pPr indent="0" lvl="0" marL="0" marR="0" rtl="0" algn="l">
              <a:spcBef>
                <a:spcPts val="500"/>
              </a:spcBef>
              <a:spcAft>
                <a:spcPts val="0"/>
              </a:spcAft>
              <a:buNone/>
            </a:pPr>
            <a:r>
              <a:rPr b="1" i="0" lang="en-US" sz="1500" u="none" cap="none" strike="noStrike">
                <a:solidFill>
                  <a:srgbClr val="1F497D"/>
                </a:solidFill>
                <a:latin typeface="Arial"/>
                <a:ea typeface="Arial"/>
                <a:cs typeface="Arial"/>
                <a:sym typeface="Arial"/>
              </a:rPr>
              <a:t>Team Name –  ZeroCloud</a:t>
            </a:r>
            <a:endParaRPr/>
          </a:p>
        </p:txBody>
      </p:sp>
      <p:pic>
        <p:nvPicPr>
          <p:cNvPr id="95" name="Google Shape;95;p13"/>
          <p:cNvPicPr preferRelativeResize="0"/>
          <p:nvPr/>
        </p:nvPicPr>
        <p:blipFill rotWithShape="1">
          <a:blip r:embed="rId4">
            <a:alphaModFix/>
          </a:blip>
          <a:srcRect b="0" l="0" r="0" t="0"/>
          <a:stretch/>
        </p:blipFill>
        <p:spPr>
          <a:xfrm>
            <a:off x="9780086" y="1500"/>
            <a:ext cx="2249850" cy="1062337"/>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 name="Shape 100"/>
        <p:cNvGrpSpPr/>
        <p:nvPr/>
      </p:nvGrpSpPr>
      <p:grpSpPr>
        <a:xfrm>
          <a:off x="0" y="0"/>
          <a:ext cx="0" cy="0"/>
          <a:chOff x="0" y="0"/>
          <a:chExt cx="0" cy="0"/>
        </a:xfrm>
      </p:grpSpPr>
      <p:sp>
        <p:nvSpPr>
          <p:cNvPr id="101" name="Google Shape;101;p14"/>
          <p:cNvSpPr/>
          <p:nvPr/>
        </p:nvSpPr>
        <p:spPr>
          <a:xfrm>
            <a:off x="0" y="6354762"/>
            <a:ext cx="12191999" cy="503238"/>
          </a:xfrm>
          <a:prstGeom prst="rect">
            <a:avLst/>
          </a:prstGeom>
          <a:solidFill>
            <a:srgbClr val="0070C0"/>
          </a:solidFill>
          <a:ln>
            <a:noFill/>
          </a:ln>
          <a:effectLst>
            <a:outerShdw rotWithShape="0" dir="5400000" dist="23000">
              <a:srgbClr val="80808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rgbClr val="953734"/>
              </a:solidFill>
              <a:latin typeface="Calibri"/>
              <a:ea typeface="Calibri"/>
              <a:cs typeface="Calibri"/>
              <a:sym typeface="Calibri"/>
            </a:endParaRPr>
          </a:p>
        </p:txBody>
      </p:sp>
      <p:sp>
        <p:nvSpPr>
          <p:cNvPr id="102" name="Google Shape;102;p14"/>
          <p:cNvSpPr txBox="1"/>
          <p:nvPr>
            <p:ph type="title"/>
          </p:nvPr>
        </p:nvSpPr>
        <p:spPr>
          <a:xfrm>
            <a:off x="717523" y="363925"/>
            <a:ext cx="10972800" cy="1143000"/>
          </a:xfrm>
          <a:prstGeom prst="rect">
            <a:avLst/>
          </a:prstGeom>
          <a:noFill/>
          <a:ln>
            <a:noFill/>
          </a:ln>
        </p:spPr>
        <p:txBody>
          <a:bodyPr anchorCtr="0" anchor="ctr" bIns="45700" lIns="91425" spcFirstLastPara="1" rIns="91425" wrap="square" tIns="45700">
            <a:noAutofit/>
          </a:bodyPr>
          <a:lstStyle/>
          <a:p>
            <a:pPr indent="0" lvl="0" marL="0" rtl="0" algn="l">
              <a:spcBef>
                <a:spcPts val="0"/>
              </a:spcBef>
              <a:spcAft>
                <a:spcPts val="0"/>
              </a:spcAft>
              <a:buNone/>
            </a:pPr>
            <a:r>
              <a:rPr b="1" lang="en-US" sz="3000">
                <a:solidFill>
                  <a:srgbClr val="FFFFFF"/>
                </a:solidFill>
                <a:latin typeface="Arial"/>
                <a:ea typeface="Arial"/>
                <a:cs typeface="Arial"/>
                <a:sym typeface="Arial"/>
              </a:rPr>
              <a:t>NIRNAY  ·  a solver India can read, change and own</a:t>
            </a:r>
            <a:endParaRPr/>
          </a:p>
        </p:txBody>
      </p:sp>
      <p:sp>
        <p:nvSpPr>
          <p:cNvPr id="103" name="Google Shape;103;p14"/>
          <p:cNvSpPr txBox="1"/>
          <p:nvPr/>
        </p:nvSpPr>
        <p:spPr>
          <a:xfrm>
            <a:off x="411480" y="1234440"/>
            <a:ext cx="6720840" cy="4892040"/>
          </a:xfrm>
          <a:prstGeom prst="rect">
            <a:avLst/>
          </a:prstGeom>
          <a:noFill/>
          <a:ln>
            <a:noFill/>
          </a:ln>
        </p:spPr>
        <p:txBody>
          <a:bodyPr anchorCtr="0" anchor="t" bIns="45700" lIns="91425" spcFirstLastPara="1" rIns="91425" wrap="square" tIns="45700">
            <a:spAutoFit/>
          </a:bodyPr>
          <a:lstStyle/>
          <a:p>
            <a:pPr indent="-342900" lvl="0" marL="342900" marR="0" rtl="0" algn="l">
              <a:spcBef>
                <a:spcPts val="0"/>
              </a:spcBef>
              <a:spcAft>
                <a:spcPts val="0"/>
              </a:spcAft>
              <a:buClr>
                <a:srgbClr val="0070C0"/>
              </a:buClr>
              <a:buSzPts val="1700"/>
              <a:buFont typeface="Noto Sans Symbols"/>
              <a:buChar char="❖"/>
            </a:pPr>
            <a:r>
              <a:rPr b="1" i="0" lang="en-US" sz="1700" u="none" cap="none" strike="noStrike">
                <a:solidFill>
                  <a:srgbClr val="0070C0"/>
                </a:solidFill>
                <a:latin typeface="Arial"/>
                <a:ea typeface="Arial"/>
                <a:cs typeface="Arial"/>
                <a:sym typeface="Arial"/>
              </a:rPr>
              <a:t>Proposed Solution</a:t>
            </a:r>
            <a:endParaRPr b="0" i="0" sz="3200" u="sng" cap="none" strike="noStrike">
              <a:solidFill>
                <a:schemeClr val="dk2"/>
              </a:solidFill>
              <a:latin typeface="Arial"/>
              <a:ea typeface="Arial"/>
              <a:cs typeface="Arial"/>
              <a:sym typeface="Arial"/>
            </a:endParaRPr>
          </a:p>
          <a:p>
            <a:pPr indent="0" lvl="0" marL="0" marR="0" rtl="0" algn="l">
              <a:spcBef>
                <a:spcPts val="300"/>
              </a:spcBef>
              <a:spcAft>
                <a:spcPts val="0"/>
              </a:spcAft>
              <a:buNone/>
            </a:pPr>
            <a:r>
              <a:rPr b="0" i="0" lang="en-US" sz="1250" u="none" cap="none" strike="noStrike">
                <a:solidFill>
                  <a:srgbClr val="1A1A1A"/>
                </a:solidFill>
                <a:latin typeface="Arial"/>
                <a:ea typeface="Arial"/>
                <a:cs typeface="Arial"/>
                <a:sym typeface="Arial"/>
              </a:rPr>
              <a:t>An LP, MILP and QP optimisation solver written from the mathematics up.</a:t>
            </a:r>
            <a:endParaRPr/>
          </a:p>
          <a:p>
            <a:pPr indent="0" lvl="0" marL="0" marR="0" rtl="0" algn="l">
              <a:spcBef>
                <a:spcPts val="300"/>
              </a:spcBef>
              <a:spcAft>
                <a:spcPts val="0"/>
              </a:spcAft>
              <a:buNone/>
            </a:pPr>
            <a:r>
              <a:rPr b="1" i="0" lang="en-US" sz="1250" u="none" cap="none" strike="noStrike">
                <a:solidFill>
                  <a:srgbClr val="1A1A1A"/>
                </a:solidFill>
                <a:latin typeface="Arial"/>
                <a:ea typeface="Arial"/>
                <a:cs typeface="Arial"/>
                <a:sym typeface="Arial"/>
              </a:rPr>
              <a:t>No solver library inside — every factorisation, pivot and cut is ours.</a:t>
            </a:r>
            <a:endParaRPr/>
          </a:p>
          <a:p>
            <a:pPr indent="0" lvl="0" marL="0" marR="0" rtl="0" algn="l">
              <a:spcBef>
                <a:spcPts val="300"/>
              </a:spcBef>
              <a:spcAft>
                <a:spcPts val="0"/>
              </a:spcAft>
              <a:buNone/>
            </a:pPr>
            <a:r>
              <a:t/>
            </a:r>
            <a:endParaRPr b="1" i="0" sz="1250" u="none" cap="none" strike="noStrike">
              <a:solidFill>
                <a:srgbClr val="1A1A1A"/>
              </a:solidFill>
              <a:latin typeface="Arial"/>
              <a:ea typeface="Arial"/>
              <a:cs typeface="Arial"/>
              <a:sym typeface="Arial"/>
            </a:endParaRPr>
          </a:p>
          <a:p>
            <a:pPr indent="0" lvl="0" marL="0" marR="0" rtl="0" algn="l">
              <a:spcBef>
                <a:spcPts val="300"/>
              </a:spcBef>
              <a:spcAft>
                <a:spcPts val="0"/>
              </a:spcAft>
              <a:buNone/>
            </a:pPr>
            <a:r>
              <a:rPr b="1" i="0" lang="en-US" sz="1700" u="none" cap="none" strike="noStrike">
                <a:solidFill>
                  <a:srgbClr val="0070C0"/>
                </a:solidFill>
                <a:latin typeface="Arial"/>
                <a:ea typeface="Arial"/>
                <a:cs typeface="Arial"/>
                <a:sym typeface="Arial"/>
              </a:rPr>
              <a:t>How it addresses the problem</a:t>
            </a:r>
            <a:endParaRPr/>
          </a:p>
          <a:p>
            <a:pPr indent="0" lvl="0" marL="0" marR="0" rtl="0" algn="l">
              <a:spcBef>
                <a:spcPts val="300"/>
              </a:spcBef>
              <a:spcAft>
                <a:spcPts val="0"/>
              </a:spcAft>
              <a:buNone/>
            </a:pPr>
            <a:r>
              <a:rPr b="0" i="0" lang="en-US" sz="1200" u="none" cap="none" strike="noStrike">
                <a:solidFill>
                  <a:srgbClr val="1A1A1A"/>
                </a:solidFill>
                <a:latin typeface="Arial"/>
                <a:ea typeface="Arial"/>
                <a:cs typeface="Arial"/>
                <a:sym typeface="Arial"/>
              </a:rPr>
              <a:t>Refinery planning, blending and scheduling models run on CPLEX,</a:t>
            </a:r>
            <a:endParaRPr/>
          </a:p>
          <a:p>
            <a:pPr indent="0" lvl="0" marL="0" marR="0" rtl="0" algn="l">
              <a:spcBef>
                <a:spcPts val="300"/>
              </a:spcBef>
              <a:spcAft>
                <a:spcPts val="0"/>
              </a:spcAft>
              <a:buNone/>
            </a:pPr>
            <a:r>
              <a:rPr b="0" i="0" lang="en-US" sz="1200" u="none" cap="none" strike="noStrike">
                <a:solidFill>
                  <a:srgbClr val="1A1A1A"/>
                </a:solidFill>
                <a:latin typeface="Arial"/>
                <a:ea typeface="Arial"/>
                <a:cs typeface="Arial"/>
                <a:sym typeface="Arial"/>
              </a:rPr>
              <a:t>Gurobi or Xpress: licence fees, and no way to look inside. NIRNAY:</a:t>
            </a:r>
            <a:endParaRPr/>
          </a:p>
          <a:p>
            <a:pPr indent="0" lvl="0" marL="146304" marR="0" rtl="0" algn="l">
              <a:spcBef>
                <a:spcPts val="300"/>
              </a:spcBef>
              <a:spcAft>
                <a:spcPts val="0"/>
              </a:spcAft>
              <a:buNone/>
            </a:pPr>
            <a:r>
              <a:rPr b="0" i="0" lang="en-US" sz="1200" u="none" cap="none" strike="noStrike">
                <a:solidFill>
                  <a:srgbClr val="1A1A1A"/>
                </a:solidFill>
                <a:latin typeface="Arial"/>
                <a:ea typeface="Arial"/>
                <a:cs typeface="Arial"/>
                <a:sym typeface="Arial"/>
              </a:rPr>
              <a:t>•  Three LP engines: dual simplex, interior point, PDLP on the GPU</a:t>
            </a:r>
            <a:endParaRPr/>
          </a:p>
          <a:p>
            <a:pPr indent="0" lvl="0" marL="146304" marR="0" rtl="0" algn="l">
              <a:spcBef>
                <a:spcPts val="300"/>
              </a:spcBef>
              <a:spcAft>
                <a:spcPts val="0"/>
              </a:spcAft>
              <a:buNone/>
            </a:pPr>
            <a:r>
              <a:rPr b="0" i="0" lang="en-US" sz="1200" u="none" cap="none" strike="noStrike">
                <a:solidFill>
                  <a:srgbClr val="1A1A1A"/>
                </a:solidFill>
                <a:latin typeface="Arial"/>
                <a:ea typeface="Arial"/>
                <a:cs typeface="Arial"/>
                <a:sym typeface="Arial"/>
              </a:rPr>
              <a:t>•  Branch-and-bound with cuts for MILP; interior point for convex QP</a:t>
            </a:r>
            <a:endParaRPr/>
          </a:p>
          <a:p>
            <a:pPr indent="0" lvl="0" marL="146304" marR="0" rtl="0" algn="l">
              <a:spcBef>
                <a:spcPts val="300"/>
              </a:spcBef>
              <a:spcAft>
                <a:spcPts val="0"/>
              </a:spcAft>
              <a:buNone/>
            </a:pPr>
            <a:r>
              <a:rPr b="0" i="0" lang="en-US" sz="1200" u="none" cap="none" strike="noStrike">
                <a:solidFill>
                  <a:srgbClr val="1A1A1A"/>
                </a:solidFill>
                <a:latin typeface="Arial"/>
                <a:ea typeface="Arial"/>
                <a:cs typeface="Arial"/>
                <a:sym typeface="Arial"/>
              </a:rPr>
              <a:t>•  Reads the MPS/QPS files every planning tool already writes</a:t>
            </a:r>
            <a:endParaRPr/>
          </a:p>
          <a:p>
            <a:pPr indent="0" lvl="0" marL="146304" marR="0" rtl="0" algn="l">
              <a:spcBef>
                <a:spcPts val="300"/>
              </a:spcBef>
              <a:spcAft>
                <a:spcPts val="0"/>
              </a:spcAft>
              <a:buNone/>
            </a:pPr>
            <a:r>
              <a:rPr b="0" i="0" lang="en-US" sz="1200" u="none" cap="none" strike="noStrike">
                <a:solidFill>
                  <a:srgbClr val="1A1A1A"/>
                </a:solidFill>
                <a:latin typeface="Arial"/>
                <a:ea typeface="Arial"/>
                <a:cs typeface="Arial"/>
                <a:sym typeface="Arial"/>
              </a:rPr>
              <a:t>•  Every answer re-checked against an independent solver</a:t>
            </a:r>
            <a:endParaRPr/>
          </a:p>
        </p:txBody>
      </p:sp>
      <p:sp>
        <p:nvSpPr>
          <p:cNvPr id="104" name="Google Shape;104;p14"/>
          <p:cNvSpPr txBox="1"/>
          <p:nvPr>
            <p:ph idx="12" type="sldNum"/>
          </p:nvPr>
        </p:nvSpPr>
        <p:spPr>
          <a:xfrm>
            <a:off x="8737600" y="6356353"/>
            <a:ext cx="2844800" cy="365125"/>
          </a:xfrm>
          <a:prstGeom prst="rect">
            <a:avLst/>
          </a:prstGeom>
          <a:noFill/>
          <a:ln>
            <a:noFill/>
          </a:ln>
        </p:spPr>
        <p:txBody>
          <a:bodyPr anchorCtr="0" anchor="ctr" bIns="45700" lIns="91425" spcFirstLastPara="1" rIns="91425" wrap="square" tIns="45700">
            <a:noAutofit/>
          </a:bodyPr>
          <a:lstStyle/>
          <a:p>
            <a:pPr indent="0" lvl="0" marL="0" rtl="0" algn="r">
              <a:spcBef>
                <a:spcPts val="0"/>
              </a:spcBef>
              <a:spcAft>
                <a:spcPts val="0"/>
              </a:spcAft>
              <a:buNone/>
            </a:pPr>
            <a:fld id="{00000000-1234-1234-1234-123412341234}" type="slidenum">
              <a:rPr b="1" lang="en-US">
                <a:solidFill>
                  <a:schemeClr val="lt1"/>
                </a:solidFill>
              </a:rPr>
              <a:t>‹#›</a:t>
            </a:fld>
            <a:endParaRPr b="1">
              <a:solidFill>
                <a:schemeClr val="lt1"/>
              </a:solidFill>
            </a:endParaRPr>
          </a:p>
        </p:txBody>
      </p:sp>
      <p:sp>
        <p:nvSpPr>
          <p:cNvPr descr="Your startup LOGO" id="105" name="Google Shape;105;p14"/>
          <p:cNvSpPr/>
          <p:nvPr/>
        </p:nvSpPr>
        <p:spPr>
          <a:xfrm>
            <a:off x="329773" y="252246"/>
            <a:ext cx="1251857" cy="807334"/>
          </a:xfrm>
          <a:prstGeom prst="ellipse">
            <a:avLst/>
          </a:prstGeom>
          <a:solidFill>
            <a:schemeClr val="lt1"/>
          </a:solidFill>
          <a:ln cap="flat" cmpd="sng" w="25400">
            <a:solidFill>
              <a:schemeClr val="accent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US" sz="1000" u="none" cap="none" strike="noStrike">
                <a:solidFill>
                  <a:srgbClr val="FFFFFF"/>
                </a:solidFill>
                <a:latin typeface="Arial"/>
                <a:ea typeface="Arial"/>
                <a:cs typeface="Arial"/>
                <a:sym typeface="Arial"/>
              </a:rPr>
              <a:t>ZeroCloud</a:t>
            </a:r>
            <a:endParaRPr b="0" i="0" sz="1800" u="none" cap="none" strike="noStrike">
              <a:solidFill>
                <a:schemeClr val="dk1"/>
              </a:solidFill>
              <a:latin typeface="Calibri"/>
              <a:ea typeface="Calibri"/>
              <a:cs typeface="Calibri"/>
              <a:sym typeface="Calibri"/>
            </a:endParaRPr>
          </a:p>
        </p:txBody>
      </p:sp>
      <p:pic>
        <p:nvPicPr>
          <p:cNvPr id="106" name="Google Shape;106;p14"/>
          <p:cNvPicPr preferRelativeResize="0"/>
          <p:nvPr/>
        </p:nvPicPr>
        <p:blipFill rotWithShape="1">
          <a:blip r:embed="rId3">
            <a:alphaModFix/>
          </a:blip>
          <a:srcRect b="0" l="0" r="0" t="0"/>
          <a:stretch/>
        </p:blipFill>
        <p:spPr>
          <a:xfrm>
            <a:off x="9780086" y="1500"/>
            <a:ext cx="2249850" cy="1062337"/>
          </a:xfrm>
          <a:prstGeom prst="rect">
            <a:avLst/>
          </a:prstGeom>
          <a:noFill/>
          <a:ln>
            <a:noFill/>
          </a:ln>
        </p:spPr>
      </p:pic>
      <p:sp>
        <p:nvSpPr>
          <p:cNvPr id="107" name="Google Shape;107;p14"/>
          <p:cNvSpPr/>
          <p:nvPr/>
        </p:nvSpPr>
        <p:spPr>
          <a:xfrm>
            <a:off x="7406640" y="1234440"/>
            <a:ext cx="4434840" cy="4892040"/>
          </a:xfrm>
          <a:prstGeom prst="roundRect">
            <a:avLst>
              <a:gd fmla="val 10000" name="adj"/>
            </a:avLst>
          </a:prstGeom>
          <a:solidFill>
            <a:srgbClr val="E8F1FA"/>
          </a:solidFill>
          <a:ln cap="flat" cmpd="sng" w="15875">
            <a:solidFill>
              <a:srgbClr val="0070C0"/>
            </a:solidFill>
            <a:prstDash val="solid"/>
            <a:round/>
            <a:headEnd len="sm" w="sm" type="none"/>
            <a:tailEnd len="sm" w="sm" type="none"/>
          </a:ln>
        </p:spPr>
        <p:txBody>
          <a:bodyPr anchorCtr="0" anchor="ctr" bIns="45700" lIns="201150" spcFirstLastPara="1" rIns="164575" wrap="square" tIns="146300">
            <a:noAutofit/>
          </a:bodyPr>
          <a:lstStyle/>
          <a:p>
            <a:pPr indent="0" lvl="0" marL="0" marR="0" rtl="0" algn="l">
              <a:spcBef>
                <a:spcPts val="0"/>
              </a:spcBef>
              <a:spcAft>
                <a:spcPts val="0"/>
              </a:spcAft>
              <a:buNone/>
            </a:pPr>
            <a:r>
              <a:rPr b="1" i="0" lang="en-US" sz="1700" u="none" cap="none" strike="noStrike">
                <a:solidFill>
                  <a:srgbClr val="0070C0"/>
                </a:solidFill>
                <a:latin typeface="Arial"/>
                <a:ea typeface="Arial"/>
                <a:cs typeface="Arial"/>
                <a:sym typeface="Arial"/>
              </a:rPr>
              <a:t>Innovation &amp; Uniqueness</a:t>
            </a:r>
            <a:endParaRPr/>
          </a:p>
          <a:p>
            <a:pPr indent="0" lvl="0" marL="0" marR="0" rtl="0" algn="l">
              <a:spcBef>
                <a:spcPts val="150"/>
              </a:spcBef>
              <a:spcAft>
                <a:spcPts val="0"/>
              </a:spcAft>
              <a:buNone/>
            </a:pPr>
            <a:r>
              <a:rPr b="0" i="0" lang="en-US" sz="1000" u="none" cap="none" strike="noStrike">
                <a:solidFill>
                  <a:srgbClr val="555555"/>
                </a:solidFill>
                <a:latin typeface="Arial"/>
                <a:ea typeface="Arial"/>
                <a:cs typeface="Arial"/>
                <a:sym typeface="Arial"/>
              </a:rPr>
              <a:t>Each claim names what existing work does not do.</a:t>
            </a:r>
            <a:endParaRPr/>
          </a:p>
          <a:p>
            <a:pPr indent="0" lvl="0" marL="0" marR="0" rtl="0" algn="l">
              <a:spcBef>
                <a:spcPts val="150"/>
              </a:spcBef>
              <a:spcAft>
                <a:spcPts val="0"/>
              </a:spcAft>
              <a:buNone/>
            </a:pPr>
            <a:r>
              <a:t/>
            </a:r>
            <a:endParaRPr b="0" i="0" sz="1000" u="none" cap="none" strike="noStrike">
              <a:solidFill>
                <a:srgbClr val="555555"/>
              </a:solidFill>
              <a:latin typeface="Arial"/>
              <a:ea typeface="Arial"/>
              <a:cs typeface="Arial"/>
              <a:sym typeface="Arial"/>
            </a:endParaRPr>
          </a:p>
          <a:p>
            <a:pPr indent="0" lvl="0" marL="0" marR="0" rtl="0" algn="l">
              <a:spcBef>
                <a:spcPts val="150"/>
              </a:spcBef>
              <a:spcAft>
                <a:spcPts val="0"/>
              </a:spcAft>
              <a:buNone/>
            </a:pPr>
            <a:r>
              <a:rPr b="1" i="0" lang="en-US" sz="1400" u="none" cap="none" strike="noStrike">
                <a:solidFill>
                  <a:srgbClr val="2E7D32"/>
                </a:solidFill>
                <a:latin typeface="Arial"/>
                <a:ea typeface="Arial"/>
                <a:cs typeface="Arial"/>
                <a:sym typeface="Arial"/>
              </a:rPr>
              <a:t>1.  Every factorisation is ours</a:t>
            </a:r>
            <a:endParaRPr/>
          </a:p>
          <a:p>
            <a:pPr indent="0" lvl="0" marL="118872" marR="0" rtl="0" algn="l">
              <a:spcBef>
                <a:spcPts val="150"/>
              </a:spcBef>
              <a:spcAft>
                <a:spcPts val="0"/>
              </a:spcAft>
              <a:buNone/>
            </a:pPr>
            <a:r>
              <a:rPr b="0" i="0" lang="en-US" sz="1100" u="none" cap="none" strike="noStrike">
                <a:solidFill>
                  <a:srgbClr val="1A1A1A"/>
                </a:solidFill>
                <a:latin typeface="Arial"/>
                <a:ea typeface="Arial"/>
                <a:cs typeface="Arial"/>
                <a:sym typeface="Arial"/>
              </a:rPr>
              <a:t>Open-source solvers borrow LU, Cholesky and</a:t>
            </a:r>
            <a:endParaRPr/>
          </a:p>
          <a:p>
            <a:pPr indent="0" lvl="0" marL="118872" marR="0" rtl="0" algn="l">
              <a:spcBef>
                <a:spcPts val="150"/>
              </a:spcBef>
              <a:spcAft>
                <a:spcPts val="0"/>
              </a:spcAft>
              <a:buNone/>
            </a:pPr>
            <a:r>
              <a:rPr b="0" i="0" lang="en-US" sz="1100" u="none" cap="none" strike="noStrike">
                <a:solidFill>
                  <a:srgbClr val="1A1A1A"/>
                </a:solidFill>
                <a:latin typeface="Arial"/>
                <a:ea typeface="Arial"/>
                <a:cs typeface="Arial"/>
                <a:sym typeface="Arial"/>
              </a:rPr>
              <a:t>orderings from libraries. We wrote them: sparse</a:t>
            </a:r>
            <a:endParaRPr/>
          </a:p>
          <a:p>
            <a:pPr indent="0" lvl="0" marL="118872" marR="0" rtl="0" algn="l">
              <a:spcBef>
                <a:spcPts val="150"/>
              </a:spcBef>
              <a:spcAft>
                <a:spcPts val="0"/>
              </a:spcAft>
              <a:buNone/>
            </a:pPr>
            <a:r>
              <a:rPr b="0" i="0" lang="en-US" sz="1100" u="none" cap="none" strike="noStrike">
                <a:solidFill>
                  <a:srgbClr val="1A1A1A"/>
                </a:solidFill>
                <a:latin typeface="Arial"/>
                <a:ea typeface="Arial"/>
                <a:cs typeface="Arial"/>
                <a:sym typeface="Arial"/>
              </a:rPr>
              <a:t>LU with basis repair, Cholesky, quasi-definite</a:t>
            </a:r>
            <a:endParaRPr/>
          </a:p>
          <a:p>
            <a:pPr indent="0" lvl="0" marL="118872" marR="0" rtl="0" algn="l">
              <a:spcBef>
                <a:spcPts val="150"/>
              </a:spcBef>
              <a:spcAft>
                <a:spcPts val="0"/>
              </a:spcAft>
              <a:buNone/>
            </a:pPr>
            <a:r>
              <a:rPr b="0" i="0" lang="en-US" sz="1100" u="none" cap="none" strike="noStrike">
                <a:solidFill>
                  <a:srgbClr val="1A1A1A"/>
                </a:solidFill>
                <a:latin typeface="Arial"/>
                <a:ea typeface="Arial"/>
                <a:cs typeface="Arial"/>
                <a:sym typeface="Arial"/>
              </a:rPr>
              <a:t>LDLᵀ — auditable end to end, no black box.</a:t>
            </a:r>
            <a:endParaRPr/>
          </a:p>
          <a:p>
            <a:pPr indent="0" lvl="0" marL="118872" marR="0" rtl="0" algn="l">
              <a:spcBef>
                <a:spcPts val="150"/>
              </a:spcBef>
              <a:spcAft>
                <a:spcPts val="0"/>
              </a:spcAft>
              <a:buNone/>
            </a:pPr>
            <a:r>
              <a:rPr b="1" i="0" lang="en-US" sz="1100" u="none" cap="none" strike="noStrike">
                <a:solidFill>
                  <a:srgbClr val="2E7D32"/>
                </a:solidFill>
                <a:latin typeface="Arial"/>
                <a:ea typeface="Arial"/>
                <a:cs typeface="Arial"/>
                <a:sym typeface="Arial"/>
              </a:rPr>
              <a:t>Verified: 90/90 Netlib LPs, 121/138 QPs.</a:t>
            </a:r>
            <a:endParaRPr/>
          </a:p>
          <a:p>
            <a:pPr indent="0" lvl="0" marL="0" marR="0" rtl="0" algn="l">
              <a:spcBef>
                <a:spcPts val="150"/>
              </a:spcBef>
              <a:spcAft>
                <a:spcPts val="0"/>
              </a:spcAft>
              <a:buNone/>
            </a:pPr>
            <a:r>
              <a:t/>
            </a:r>
            <a:endParaRPr b="1" i="0" sz="1100" u="none" cap="none" strike="noStrike">
              <a:solidFill>
                <a:srgbClr val="2E7D32"/>
              </a:solidFill>
              <a:latin typeface="Arial"/>
              <a:ea typeface="Arial"/>
              <a:cs typeface="Arial"/>
              <a:sym typeface="Arial"/>
            </a:endParaRPr>
          </a:p>
          <a:p>
            <a:pPr indent="0" lvl="0" marL="0" marR="0" rtl="0" algn="l">
              <a:spcBef>
                <a:spcPts val="150"/>
              </a:spcBef>
              <a:spcAft>
                <a:spcPts val="0"/>
              </a:spcAft>
              <a:buNone/>
            </a:pPr>
            <a:r>
              <a:rPr b="1" i="0" lang="en-US" sz="1400" u="none" cap="none" strike="noStrike">
                <a:solidFill>
                  <a:srgbClr val="1F497D"/>
                </a:solidFill>
                <a:latin typeface="Arial"/>
                <a:ea typeface="Arial"/>
                <a:cs typeface="Arial"/>
                <a:sym typeface="Arial"/>
              </a:rPr>
              <a:t>2.  Three engines, chosen by problem shape</a:t>
            </a:r>
            <a:endParaRPr/>
          </a:p>
          <a:p>
            <a:pPr indent="0" lvl="0" marL="118872" marR="0" rtl="0" algn="l">
              <a:spcBef>
                <a:spcPts val="150"/>
              </a:spcBef>
              <a:spcAft>
                <a:spcPts val="0"/>
              </a:spcAft>
              <a:buNone/>
            </a:pPr>
            <a:r>
              <a:rPr b="0" i="0" lang="en-US" sz="1100" u="none" cap="none" strike="noStrike">
                <a:solidFill>
                  <a:srgbClr val="1A1A1A"/>
                </a:solidFill>
                <a:latin typeface="Arial"/>
                <a:ea typeface="Arial"/>
                <a:cs typeface="Arial"/>
                <a:sym typeface="Arial"/>
              </a:rPr>
              <a:t>Simplex for warm starts and MILP, interior point</a:t>
            </a:r>
            <a:endParaRPr/>
          </a:p>
          <a:p>
            <a:pPr indent="0" lvl="0" marL="118872" marR="0" rtl="0" algn="l">
              <a:spcBef>
                <a:spcPts val="150"/>
              </a:spcBef>
              <a:spcAft>
                <a:spcPts val="0"/>
              </a:spcAft>
              <a:buNone/>
            </a:pPr>
            <a:r>
              <a:rPr b="0" i="0" lang="en-US" sz="1100" u="none" cap="none" strike="noStrike">
                <a:solidFill>
                  <a:srgbClr val="1A1A1A"/>
                </a:solidFill>
                <a:latin typeface="Arial"/>
                <a:ea typeface="Arial"/>
                <a:cs typeface="Arial"/>
                <a:sym typeface="Arial"/>
              </a:rPr>
              <a:t>for large sparse LP/QP, GPU PDLP for huge LPs:</a:t>
            </a:r>
            <a:endParaRPr/>
          </a:p>
          <a:p>
            <a:pPr indent="0" lvl="0" marL="118872" marR="0" rtl="0" algn="l">
              <a:spcBef>
                <a:spcPts val="150"/>
              </a:spcBef>
              <a:spcAft>
                <a:spcPts val="0"/>
              </a:spcAft>
              <a:buNone/>
            </a:pPr>
            <a:r>
              <a:rPr b="0" i="0" lang="en-US" sz="1100" u="none" cap="none" strike="noStrike">
                <a:solidFill>
                  <a:srgbClr val="1A1A1A"/>
                </a:solidFill>
                <a:latin typeface="Arial"/>
                <a:ea typeface="Arial"/>
                <a:cs typeface="Arial"/>
                <a:sym typeface="Arial"/>
              </a:rPr>
              <a:t>datt256 in 0.8 s where HiGHS's IPM takes 259 s.</a:t>
            </a:r>
            <a:endParaRPr/>
          </a:p>
          <a:p>
            <a:pPr indent="0" lvl="0" marL="0" marR="0" rtl="0" algn="l">
              <a:spcBef>
                <a:spcPts val="150"/>
              </a:spcBef>
              <a:spcAft>
                <a:spcPts val="0"/>
              </a:spcAft>
              <a:buNone/>
            </a:pPr>
            <a:r>
              <a:t/>
            </a:r>
            <a:endParaRPr b="0" i="0" sz="1100" u="none" cap="none" strike="noStrike">
              <a:solidFill>
                <a:srgbClr val="1A1A1A"/>
              </a:solidFill>
              <a:latin typeface="Arial"/>
              <a:ea typeface="Arial"/>
              <a:cs typeface="Arial"/>
              <a:sym typeface="Arial"/>
            </a:endParaRPr>
          </a:p>
          <a:p>
            <a:pPr indent="0" lvl="0" marL="0" marR="0" rtl="0" algn="l">
              <a:spcBef>
                <a:spcPts val="150"/>
              </a:spcBef>
              <a:spcAft>
                <a:spcPts val="0"/>
              </a:spcAft>
              <a:buNone/>
            </a:pPr>
            <a:r>
              <a:rPr b="1" i="0" lang="en-US" sz="1400" u="none" cap="none" strike="noStrike">
                <a:solidFill>
                  <a:srgbClr val="1F497D"/>
                </a:solidFill>
                <a:latin typeface="Arial"/>
                <a:ea typeface="Arial"/>
                <a:cs typeface="Arial"/>
                <a:sym typeface="Arial"/>
              </a:rPr>
              <a:t>3.  Correctness checked, not assumed</a:t>
            </a:r>
            <a:endParaRPr/>
          </a:p>
          <a:p>
            <a:pPr indent="0" lvl="0" marL="118872" marR="0" rtl="0" algn="l">
              <a:spcBef>
                <a:spcPts val="150"/>
              </a:spcBef>
              <a:spcAft>
                <a:spcPts val="0"/>
              </a:spcAft>
              <a:buNone/>
            </a:pPr>
            <a:r>
              <a:rPr b="0" i="0" lang="en-US" sz="1100" u="none" cap="none" strike="noStrike">
                <a:solidFill>
                  <a:srgbClr val="1A1A1A"/>
                </a:solidFill>
                <a:latin typeface="Arial"/>
                <a:ea typeface="Arial"/>
                <a:cs typeface="Arial"/>
                <a:sym typeface="Arial"/>
              </a:rPr>
              <a:t>Every solve is re-solved independently. It caught</a:t>
            </a:r>
            <a:endParaRPr/>
          </a:p>
          <a:p>
            <a:pPr indent="0" lvl="0" marL="118872" marR="0" rtl="0" algn="l">
              <a:spcBef>
                <a:spcPts val="150"/>
              </a:spcBef>
              <a:spcAft>
                <a:spcPts val="0"/>
              </a:spcAft>
              <a:buNone/>
            </a:pPr>
            <a:r>
              <a:rPr b="0" i="0" lang="en-US" sz="1100" u="none" cap="none" strike="noStrike">
                <a:solidFill>
                  <a:srgbClr val="1A1A1A"/>
                </a:solidFill>
                <a:latin typeface="Arial"/>
                <a:ea typeface="Arial"/>
                <a:cs typeface="Arial"/>
                <a:sym typeface="Arial"/>
              </a:rPr>
              <a:t>bugs in the references too: HiGHS misreads a QPS</a:t>
            </a:r>
            <a:endParaRPr/>
          </a:p>
          <a:p>
            <a:pPr indent="0" lvl="0" marL="118872" marR="0" rtl="0" algn="l">
              <a:spcBef>
                <a:spcPts val="150"/>
              </a:spcBef>
              <a:spcAft>
                <a:spcPts val="0"/>
              </a:spcAft>
              <a:buNone/>
            </a:pPr>
            <a:r>
              <a:rPr b="0" i="0" lang="en-US" sz="1100" u="none" cap="none" strike="noStrike">
                <a:solidFill>
                  <a:srgbClr val="1A1A1A"/>
                </a:solidFill>
                <a:latin typeface="Arial"/>
                <a:ea typeface="Arial"/>
                <a:cs typeface="Arial"/>
                <a:sym typeface="Arial"/>
              </a:rPr>
              <a:t>file; cuOpt reports a wrong optimum on p0201.</a:t>
            </a:r>
            <a:endParaRPr/>
          </a:p>
        </p:txBody>
      </p:sp>
      <p:sp>
        <p:nvSpPr>
          <p:cNvPr id="108" name="Google Shape;108;p14"/>
          <p:cNvSpPr txBox="1"/>
          <p:nvPr/>
        </p:nvSpPr>
        <p:spPr>
          <a:xfrm>
            <a:off x="411480" y="3822191"/>
            <a:ext cx="6720840" cy="347472"/>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050" u="none" cap="none" strike="noStrike">
                <a:solidFill>
                  <a:srgbClr val="555555"/>
                </a:solidFill>
                <a:latin typeface="Arial"/>
                <a:ea typeface="Arial"/>
                <a:cs typeface="Arial"/>
                <a:sym typeface="Arial"/>
              </a:rPr>
              <a:t>ONE MODEL, START TO FINISH — NO FOREIGN SOLVER IN THE LOOP</a:t>
            </a:r>
            <a:endParaRPr/>
          </a:p>
        </p:txBody>
      </p:sp>
      <p:sp>
        <p:nvSpPr>
          <p:cNvPr id="109" name="Google Shape;109;p14"/>
          <p:cNvSpPr/>
          <p:nvPr/>
        </p:nvSpPr>
        <p:spPr>
          <a:xfrm>
            <a:off x="411480" y="4187952"/>
            <a:ext cx="2011680" cy="960120"/>
          </a:xfrm>
          <a:prstGeom prst="roundRect">
            <a:avLst>
              <a:gd fmla="val 10000" name="adj"/>
            </a:avLst>
          </a:prstGeom>
          <a:solidFill>
            <a:srgbClr val="E8F1FA"/>
          </a:solidFill>
          <a:ln cap="flat" cmpd="sng" w="16500">
            <a:solidFill>
              <a:srgbClr val="0070C0"/>
            </a:solidFill>
            <a:prstDash val="solid"/>
            <a:round/>
            <a:headEnd len="sm" w="sm" type="none"/>
            <a:tailEnd len="sm" w="sm" type="none"/>
          </a:ln>
        </p:spPr>
        <p:txBody>
          <a:bodyPr anchorCtr="0" anchor="ctr" bIns="45700" lIns="73150" spcFirstLastPara="1" rIns="73150" wrap="square" tIns="45700">
            <a:noAutofit/>
          </a:bodyPr>
          <a:lstStyle/>
          <a:p>
            <a:pPr indent="0" lvl="0" marL="0" marR="0" rtl="0" algn="ctr">
              <a:spcBef>
                <a:spcPts val="0"/>
              </a:spcBef>
              <a:spcAft>
                <a:spcPts val="0"/>
              </a:spcAft>
              <a:buNone/>
            </a:pPr>
            <a:r>
              <a:rPr b="1" i="0" lang="en-US" sz="1100" u="none" cap="none" strike="noStrike">
                <a:solidFill>
                  <a:srgbClr val="1F497D"/>
                </a:solidFill>
                <a:latin typeface="Arial"/>
                <a:ea typeface="Arial"/>
                <a:cs typeface="Arial"/>
                <a:sym typeface="Arial"/>
              </a:rPr>
              <a:t>Refinery model (.mps)</a:t>
            </a:r>
            <a:endParaRPr/>
          </a:p>
          <a:p>
            <a:pPr indent="0" lvl="0" marL="0" marR="0" rtl="0" algn="ctr">
              <a:spcBef>
                <a:spcPts val="200"/>
              </a:spcBef>
              <a:spcAft>
                <a:spcPts val="0"/>
              </a:spcAft>
              <a:buNone/>
            </a:pPr>
            <a:r>
              <a:rPr b="0" i="0" lang="en-US" sz="850" u="none" cap="none" strike="noStrike">
                <a:solidFill>
                  <a:srgbClr val="555555"/>
                </a:solidFill>
                <a:latin typeface="Arial"/>
                <a:ea typeface="Arial"/>
                <a:cs typeface="Arial"/>
                <a:sym typeface="Arial"/>
              </a:rPr>
              <a:t>LP, MILP or QP from any planning tool</a:t>
            </a:r>
            <a:endParaRPr/>
          </a:p>
        </p:txBody>
      </p:sp>
      <p:sp>
        <p:nvSpPr>
          <p:cNvPr id="110" name="Google Shape;110;p14"/>
          <p:cNvSpPr/>
          <p:nvPr/>
        </p:nvSpPr>
        <p:spPr>
          <a:xfrm>
            <a:off x="2496312" y="4562856"/>
            <a:ext cx="256032" cy="201168"/>
          </a:xfrm>
          <a:prstGeom prst="rightArrow">
            <a:avLst>
              <a:gd fmla="val 50000" name="adj1"/>
              <a:gd fmla="val 50000" name="adj2"/>
            </a:avLst>
          </a:prstGeom>
          <a:solidFill>
            <a:srgbClr val="9AB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11" name="Google Shape;111;p14"/>
          <p:cNvSpPr/>
          <p:nvPr/>
        </p:nvSpPr>
        <p:spPr>
          <a:xfrm>
            <a:off x="2761488" y="4187952"/>
            <a:ext cx="2011680" cy="960120"/>
          </a:xfrm>
          <a:prstGeom prst="roundRect">
            <a:avLst>
              <a:gd fmla="val 10000" name="adj"/>
            </a:avLst>
          </a:prstGeom>
          <a:solidFill>
            <a:srgbClr val="E8F1FA"/>
          </a:solidFill>
          <a:ln cap="flat" cmpd="sng" w="16500">
            <a:solidFill>
              <a:srgbClr val="0070C0"/>
            </a:solidFill>
            <a:prstDash val="solid"/>
            <a:round/>
            <a:headEnd len="sm" w="sm" type="none"/>
            <a:tailEnd len="sm" w="sm" type="none"/>
          </a:ln>
        </p:spPr>
        <p:txBody>
          <a:bodyPr anchorCtr="0" anchor="ctr" bIns="45700" lIns="73150" spcFirstLastPara="1" rIns="73150" wrap="square" tIns="45700">
            <a:noAutofit/>
          </a:bodyPr>
          <a:lstStyle/>
          <a:p>
            <a:pPr indent="0" lvl="0" marL="0" marR="0" rtl="0" algn="ctr">
              <a:spcBef>
                <a:spcPts val="0"/>
              </a:spcBef>
              <a:spcAft>
                <a:spcPts val="0"/>
              </a:spcAft>
              <a:buNone/>
            </a:pPr>
            <a:r>
              <a:rPr b="1" i="0" lang="en-US" sz="1100" u="none" cap="none" strike="noStrike">
                <a:solidFill>
                  <a:srgbClr val="1F497D"/>
                </a:solidFill>
                <a:latin typeface="Arial"/>
                <a:ea typeface="Arial"/>
                <a:cs typeface="Arial"/>
                <a:sym typeface="Arial"/>
              </a:rPr>
              <a:t>NIRNAY presolves, solves</a:t>
            </a:r>
            <a:endParaRPr/>
          </a:p>
          <a:p>
            <a:pPr indent="0" lvl="0" marL="0" marR="0" rtl="0" algn="ctr">
              <a:spcBef>
                <a:spcPts val="200"/>
              </a:spcBef>
              <a:spcAft>
                <a:spcPts val="0"/>
              </a:spcAft>
              <a:buNone/>
            </a:pPr>
            <a:r>
              <a:rPr b="0" i="0" lang="en-US" sz="850" u="none" cap="none" strike="noStrike">
                <a:solidFill>
                  <a:srgbClr val="555555"/>
                </a:solidFill>
                <a:latin typeface="Arial"/>
                <a:ea typeface="Arial"/>
                <a:cs typeface="Arial"/>
                <a:sym typeface="Arial"/>
              </a:rPr>
              <a:t>picks the engine, recovers exact duals</a:t>
            </a:r>
            <a:endParaRPr/>
          </a:p>
        </p:txBody>
      </p:sp>
      <p:sp>
        <p:nvSpPr>
          <p:cNvPr id="112" name="Google Shape;112;p14"/>
          <p:cNvSpPr/>
          <p:nvPr/>
        </p:nvSpPr>
        <p:spPr>
          <a:xfrm>
            <a:off x="4846320" y="4562856"/>
            <a:ext cx="256032" cy="201168"/>
          </a:xfrm>
          <a:prstGeom prst="rightArrow">
            <a:avLst>
              <a:gd fmla="val 50000" name="adj1"/>
              <a:gd fmla="val 50000" name="adj2"/>
            </a:avLst>
          </a:prstGeom>
          <a:solidFill>
            <a:srgbClr val="9AB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13" name="Google Shape;113;p14"/>
          <p:cNvSpPr/>
          <p:nvPr/>
        </p:nvSpPr>
        <p:spPr>
          <a:xfrm>
            <a:off x="5111496" y="4187952"/>
            <a:ext cx="2011680" cy="960120"/>
          </a:xfrm>
          <a:prstGeom prst="roundRect">
            <a:avLst>
              <a:gd fmla="val 10000" name="adj"/>
            </a:avLst>
          </a:prstGeom>
          <a:solidFill>
            <a:srgbClr val="ECF4EC"/>
          </a:solidFill>
          <a:ln cap="flat" cmpd="sng" w="16500">
            <a:solidFill>
              <a:srgbClr val="2E7D32"/>
            </a:solidFill>
            <a:prstDash val="solid"/>
            <a:round/>
            <a:headEnd len="sm" w="sm" type="none"/>
            <a:tailEnd len="sm" w="sm" type="none"/>
          </a:ln>
        </p:spPr>
        <p:txBody>
          <a:bodyPr anchorCtr="0" anchor="ctr" bIns="45700" lIns="73150" spcFirstLastPara="1" rIns="73150" wrap="square" tIns="45700">
            <a:noAutofit/>
          </a:bodyPr>
          <a:lstStyle/>
          <a:p>
            <a:pPr indent="0" lvl="0" marL="0" marR="0" rtl="0" algn="ctr">
              <a:spcBef>
                <a:spcPts val="0"/>
              </a:spcBef>
              <a:spcAft>
                <a:spcPts val="0"/>
              </a:spcAft>
              <a:buNone/>
            </a:pPr>
            <a:r>
              <a:rPr b="1" i="0" lang="en-US" sz="1100" u="none" cap="none" strike="noStrike">
                <a:solidFill>
                  <a:srgbClr val="1F497D"/>
                </a:solidFill>
                <a:latin typeface="Arial"/>
                <a:ea typeface="Arial"/>
                <a:cs typeface="Arial"/>
                <a:sym typeface="Arial"/>
              </a:rPr>
              <a:t>Plan + shadow prices</a:t>
            </a:r>
            <a:endParaRPr/>
          </a:p>
          <a:p>
            <a:pPr indent="0" lvl="0" marL="0" marR="0" rtl="0" algn="ctr">
              <a:spcBef>
                <a:spcPts val="200"/>
              </a:spcBef>
              <a:spcAft>
                <a:spcPts val="0"/>
              </a:spcAft>
              <a:buNone/>
            </a:pPr>
            <a:r>
              <a:rPr b="0" i="0" lang="en-US" sz="850" u="none" cap="none" strike="noStrike">
                <a:solidFill>
                  <a:srgbClr val="555555"/>
                </a:solidFill>
                <a:latin typeface="Arial"/>
                <a:ea typeface="Arial"/>
                <a:cs typeface="Arial"/>
                <a:sym typeface="Arial"/>
              </a:rPr>
              <a:t>optimum and duals, independently checked</a:t>
            </a:r>
            <a:endParaRPr/>
          </a:p>
        </p:txBody>
      </p:sp>
      <p:sp>
        <p:nvSpPr>
          <p:cNvPr id="114" name="Google Shape;114;p14"/>
          <p:cNvSpPr txBox="1"/>
          <p:nvPr/>
        </p:nvSpPr>
        <p:spPr>
          <a:xfrm>
            <a:off x="411480" y="5303520"/>
            <a:ext cx="6720840" cy="5029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1100" u="none" cap="none" strike="noStrike">
                <a:solidFill>
                  <a:srgbClr val="1A1A1A"/>
                </a:solidFill>
                <a:latin typeface="Arial"/>
                <a:ea typeface="Arial"/>
                <a:cs typeface="Arial"/>
                <a:sym typeface="Arial"/>
              </a:rPr>
              <a:t>Measured today on public benchmarks: 90/90 Netlib LPs, 33/64 MIPLIB, 121/138 QPs.</a:t>
            </a:r>
            <a:endParaRPr/>
          </a:p>
          <a:p>
            <a:pPr indent="0" lvl="0" marL="0" marR="0" rtl="0" algn="l">
              <a:spcBef>
                <a:spcPts val="100"/>
              </a:spcBef>
              <a:spcAft>
                <a:spcPts val="0"/>
              </a:spcAft>
              <a:buNone/>
            </a:pPr>
            <a:r>
              <a:rPr b="1" i="0" lang="en-US" sz="1100" u="none" cap="none" strike="noStrike">
                <a:solidFill>
                  <a:srgbClr val="2E7D32"/>
                </a:solidFill>
                <a:latin typeface="Arial"/>
                <a:ea typeface="Arial"/>
                <a:cs typeface="Arial"/>
                <a:sym typeface="Arial"/>
              </a:rPr>
              <a:t>Every number regenerates from one script.</a:t>
            </a:r>
            <a:endParaRPr/>
          </a:p>
        </p:txBody>
      </p:sp>
      <p:sp>
        <p:nvSpPr>
          <p:cNvPr id="115" name="Google Shape;115;p14"/>
          <p:cNvSpPr txBox="1"/>
          <p:nvPr/>
        </p:nvSpPr>
        <p:spPr>
          <a:xfrm>
            <a:off x="329750" y="432725"/>
            <a:ext cx="1421700" cy="4464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n-US" sz="1700">
                <a:solidFill>
                  <a:srgbClr val="0070C0"/>
                </a:solidFill>
              </a:rPr>
              <a:t>ZeroCloud</a:t>
            </a:r>
            <a:endParaRPr b="1" sz="1700">
              <a:solidFill>
                <a:srgbClr val="0070C0"/>
              </a:solidFill>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0" name="Shape 120"/>
        <p:cNvGrpSpPr/>
        <p:nvPr/>
      </p:nvGrpSpPr>
      <p:grpSpPr>
        <a:xfrm>
          <a:off x="0" y="0"/>
          <a:ext cx="0" cy="0"/>
          <a:chOff x="0" y="0"/>
          <a:chExt cx="0" cy="0"/>
        </a:xfrm>
      </p:grpSpPr>
      <p:sp>
        <p:nvSpPr>
          <p:cNvPr id="121" name="Google Shape;121;p15"/>
          <p:cNvSpPr/>
          <p:nvPr/>
        </p:nvSpPr>
        <p:spPr>
          <a:xfrm>
            <a:off x="0" y="6354762"/>
            <a:ext cx="12191999" cy="503238"/>
          </a:xfrm>
          <a:prstGeom prst="rect">
            <a:avLst/>
          </a:prstGeom>
          <a:solidFill>
            <a:srgbClr val="0070C0"/>
          </a:solidFill>
          <a:ln>
            <a:noFill/>
          </a:ln>
          <a:effectLst>
            <a:outerShdw rotWithShape="0" dir="5400000" dist="23000">
              <a:srgbClr val="80808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rgbClr val="953734"/>
              </a:solidFill>
              <a:latin typeface="Calibri"/>
              <a:ea typeface="Calibri"/>
              <a:cs typeface="Calibri"/>
              <a:sym typeface="Calibri"/>
            </a:endParaRPr>
          </a:p>
        </p:txBody>
      </p:sp>
      <p:sp>
        <p:nvSpPr>
          <p:cNvPr id="122" name="Google Shape;122;p15"/>
          <p:cNvSpPr txBox="1"/>
          <p:nvPr>
            <p:ph type="title"/>
          </p:nvPr>
        </p:nvSpPr>
        <p:spPr>
          <a:xfrm>
            <a:off x="609600" y="-47625"/>
            <a:ext cx="10972800" cy="1143000"/>
          </a:xfrm>
          <a:prstGeom prst="rect">
            <a:avLst/>
          </a:prstGeom>
          <a:noFill/>
          <a:ln>
            <a:noFill/>
          </a:ln>
        </p:spPr>
        <p:txBody>
          <a:bodyPr anchorCtr="0" anchor="ctr" bIns="45700" lIns="91425" spcFirstLastPara="1" rIns="91425" wrap="square" tIns="45700">
            <a:noAutofit/>
          </a:bodyPr>
          <a:lstStyle/>
          <a:p>
            <a:pPr indent="0" lvl="0" marL="0" rtl="0" algn="ctr">
              <a:spcBef>
                <a:spcPts val="0"/>
              </a:spcBef>
              <a:spcAft>
                <a:spcPts val="0"/>
              </a:spcAft>
              <a:buNone/>
            </a:pPr>
            <a:r>
              <a:rPr b="1" lang="en-US" sz="3600">
                <a:latin typeface="Times New Roman"/>
                <a:ea typeface="Times New Roman"/>
                <a:cs typeface="Times New Roman"/>
                <a:sym typeface="Times New Roman"/>
              </a:rPr>
              <a:t>TECHNICAL APPROACH</a:t>
            </a:r>
            <a:endParaRPr/>
          </a:p>
        </p:txBody>
      </p:sp>
      <p:sp>
        <p:nvSpPr>
          <p:cNvPr id="123" name="Google Shape;123;p15"/>
          <p:cNvSpPr txBox="1"/>
          <p:nvPr/>
        </p:nvSpPr>
        <p:spPr>
          <a:xfrm>
            <a:off x="411480" y="1024128"/>
            <a:ext cx="11338560" cy="384048"/>
          </a:xfrm>
          <a:prstGeom prst="rect">
            <a:avLst/>
          </a:prstGeom>
          <a:noFill/>
          <a:ln>
            <a:noFill/>
          </a:ln>
        </p:spPr>
        <p:txBody>
          <a:bodyPr anchorCtr="0" anchor="t" bIns="45700" lIns="91425" spcFirstLastPara="1" rIns="91425" wrap="square" tIns="45700">
            <a:spAutoFit/>
          </a:bodyPr>
          <a:lstStyle/>
          <a:p>
            <a:pPr indent="-342900" lvl="0" marL="342900" marR="0" rtl="0" algn="l">
              <a:spcBef>
                <a:spcPts val="0"/>
              </a:spcBef>
              <a:spcAft>
                <a:spcPts val="0"/>
              </a:spcAft>
              <a:buClr>
                <a:srgbClr val="555555"/>
              </a:buClr>
              <a:buSzPts val="1250"/>
              <a:buFont typeface="Arial"/>
              <a:buChar char="•"/>
            </a:pPr>
            <a:r>
              <a:rPr b="1" i="0" lang="en-US" sz="1250" u="none" cap="none" strike="noStrike">
                <a:solidFill>
                  <a:srgbClr val="555555"/>
                </a:solidFill>
                <a:latin typeface="Arial"/>
                <a:ea typeface="Arial"/>
                <a:cs typeface="Arial"/>
                <a:sym typeface="Arial"/>
              </a:rPr>
              <a:t>Six layers, all written from the mathematics up. Nothing borrowed below the API.</a:t>
            </a:r>
            <a:endParaRPr/>
          </a:p>
        </p:txBody>
      </p:sp>
      <p:sp>
        <p:nvSpPr>
          <p:cNvPr id="124" name="Google Shape;124;p15"/>
          <p:cNvSpPr txBox="1"/>
          <p:nvPr>
            <p:ph idx="12" type="sldNum"/>
          </p:nvPr>
        </p:nvSpPr>
        <p:spPr>
          <a:xfrm>
            <a:off x="8737600" y="6356353"/>
            <a:ext cx="2844800" cy="365125"/>
          </a:xfrm>
          <a:prstGeom prst="rect">
            <a:avLst/>
          </a:prstGeom>
          <a:noFill/>
          <a:ln>
            <a:noFill/>
          </a:ln>
        </p:spPr>
        <p:txBody>
          <a:bodyPr anchorCtr="0" anchor="ctr" bIns="45700" lIns="91425" spcFirstLastPara="1" rIns="91425" wrap="square" tIns="45700">
            <a:noAutofit/>
          </a:bodyPr>
          <a:lstStyle/>
          <a:p>
            <a:pPr indent="0" lvl="0" marL="0" rtl="0" algn="r">
              <a:spcBef>
                <a:spcPts val="0"/>
              </a:spcBef>
              <a:spcAft>
                <a:spcPts val="0"/>
              </a:spcAft>
              <a:buNone/>
            </a:pPr>
            <a:fld id="{00000000-1234-1234-1234-123412341234}" type="slidenum">
              <a:rPr b="1" lang="en-US">
                <a:solidFill>
                  <a:schemeClr val="lt1"/>
                </a:solidFill>
              </a:rPr>
              <a:t>‹#›</a:t>
            </a:fld>
            <a:endParaRPr b="1">
              <a:solidFill>
                <a:schemeClr val="lt1"/>
              </a:solidFill>
            </a:endParaRPr>
          </a:p>
        </p:txBody>
      </p:sp>
      <p:sp>
        <p:nvSpPr>
          <p:cNvPr descr="Your startup LOGO" id="125" name="Google Shape;125;p15"/>
          <p:cNvSpPr/>
          <p:nvPr/>
        </p:nvSpPr>
        <p:spPr>
          <a:xfrm>
            <a:off x="329773" y="252246"/>
            <a:ext cx="1251857" cy="807334"/>
          </a:xfrm>
          <a:prstGeom prst="ellipse">
            <a:avLst/>
          </a:prstGeom>
          <a:solidFill>
            <a:schemeClr val="lt1"/>
          </a:solidFill>
          <a:ln cap="flat" cmpd="sng" w="25400">
            <a:solidFill>
              <a:schemeClr val="accent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US" sz="1000" u="none" cap="none" strike="noStrike">
                <a:solidFill>
                  <a:srgbClr val="FFFFFF"/>
                </a:solidFill>
                <a:latin typeface="Arial"/>
                <a:ea typeface="Arial"/>
                <a:cs typeface="Arial"/>
                <a:sym typeface="Arial"/>
              </a:rPr>
              <a:t>ZeroCloud</a:t>
            </a:r>
            <a:endParaRPr b="0" i="0" sz="1800" u="none" cap="none" strike="noStrike">
              <a:solidFill>
                <a:schemeClr val="dk1"/>
              </a:solidFill>
              <a:latin typeface="Calibri"/>
              <a:ea typeface="Calibri"/>
              <a:cs typeface="Calibri"/>
              <a:sym typeface="Calibri"/>
            </a:endParaRPr>
          </a:p>
        </p:txBody>
      </p:sp>
      <p:pic>
        <p:nvPicPr>
          <p:cNvPr id="126" name="Google Shape;126;p15"/>
          <p:cNvPicPr preferRelativeResize="0"/>
          <p:nvPr/>
        </p:nvPicPr>
        <p:blipFill rotWithShape="1">
          <a:blip r:embed="rId3">
            <a:alphaModFix/>
          </a:blip>
          <a:srcRect b="0" l="0" r="0" t="0"/>
          <a:stretch/>
        </p:blipFill>
        <p:spPr>
          <a:xfrm>
            <a:off x="9780086" y="1500"/>
            <a:ext cx="2249850" cy="1062337"/>
          </a:xfrm>
          <a:prstGeom prst="rect">
            <a:avLst/>
          </a:prstGeom>
          <a:noFill/>
          <a:ln>
            <a:noFill/>
          </a:ln>
        </p:spPr>
      </p:pic>
      <p:sp>
        <p:nvSpPr>
          <p:cNvPr id="127" name="Google Shape;127;p15"/>
          <p:cNvSpPr/>
          <p:nvPr/>
        </p:nvSpPr>
        <p:spPr>
          <a:xfrm>
            <a:off x="411480" y="1481328"/>
            <a:ext cx="7086600" cy="566928"/>
          </a:xfrm>
          <a:prstGeom prst="roundRect">
            <a:avLst>
              <a:gd fmla="val 10000" name="adj"/>
            </a:avLst>
          </a:prstGeom>
          <a:solidFill>
            <a:srgbClr val="FFFFFF"/>
          </a:solidFill>
          <a:ln cap="flat" cmpd="sng" w="13950">
            <a:solidFill>
              <a:srgbClr val="0070C0"/>
            </a:solidFill>
            <a:prstDash val="solid"/>
            <a:round/>
            <a:headEnd len="sm" w="sm" type="none"/>
            <a:tailEnd len="sm" w="sm" type="none"/>
          </a:ln>
        </p:spPr>
        <p:txBody>
          <a:bodyPr anchorCtr="0" anchor="ctr" bIns="27425" lIns="45700" spcFirstLastPara="1" rIns="45700" wrap="square" tIns="27425">
            <a:noAutofit/>
          </a:bodyPr>
          <a:lstStyle/>
          <a:p>
            <a:pPr indent="0" lvl="0" marL="0" marR="0" rtl="0" algn="ctr">
              <a:spcBef>
                <a:spcPts val="0"/>
              </a:spcBef>
              <a:spcAft>
                <a:spcPts val="0"/>
              </a:spcAft>
              <a:buNone/>
            </a:pPr>
            <a:r>
              <a:rPr b="1" i="0" lang="en-US" sz="1150" u="none" cap="none" strike="noStrike">
                <a:solidFill>
                  <a:srgbClr val="1F497D"/>
                </a:solidFill>
                <a:latin typeface="Arial"/>
                <a:ea typeface="Arial"/>
                <a:cs typeface="Arial"/>
                <a:sym typeface="Arial"/>
              </a:rPr>
              <a:t>Input &amp; Presolve</a:t>
            </a:r>
            <a:endParaRPr/>
          </a:p>
          <a:p>
            <a:pPr indent="0" lvl="0" marL="0" marR="0" rtl="0" algn="ctr">
              <a:spcBef>
                <a:spcPts val="100"/>
              </a:spcBef>
              <a:spcAft>
                <a:spcPts val="0"/>
              </a:spcAft>
              <a:buNone/>
            </a:pPr>
            <a:r>
              <a:rPr b="0" i="0" lang="en-US" sz="850" u="none" cap="none" strike="noStrike">
                <a:solidFill>
                  <a:srgbClr val="555555"/>
                </a:solidFill>
                <a:latin typeface="Arial"/>
                <a:ea typeface="Arial"/>
                <a:cs typeface="Arial"/>
                <a:sym typeface="Arial"/>
              </a:rPr>
              <a:t>MPS/QPS reader  ·  scaling  ·  singleton, empty, redundant rows  ·  exact dual postsolve</a:t>
            </a:r>
            <a:endParaRPr/>
          </a:p>
        </p:txBody>
      </p:sp>
      <p:sp>
        <p:nvSpPr>
          <p:cNvPr id="128" name="Google Shape;128;p15"/>
          <p:cNvSpPr/>
          <p:nvPr/>
        </p:nvSpPr>
        <p:spPr>
          <a:xfrm>
            <a:off x="3872484" y="2066543"/>
            <a:ext cx="164592" cy="118872"/>
          </a:xfrm>
          <a:prstGeom prst="downArrow">
            <a:avLst>
              <a:gd fmla="val 50000" name="adj1"/>
              <a:gd fmla="val 50000" name="adj2"/>
            </a:avLst>
          </a:prstGeom>
          <a:solidFill>
            <a:srgbClr val="9AB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29" name="Google Shape;129;p15"/>
          <p:cNvSpPr/>
          <p:nvPr/>
        </p:nvSpPr>
        <p:spPr>
          <a:xfrm>
            <a:off x="411480" y="2221992"/>
            <a:ext cx="7086600" cy="566928"/>
          </a:xfrm>
          <a:prstGeom prst="roundRect">
            <a:avLst>
              <a:gd fmla="val 10000" name="adj"/>
            </a:avLst>
          </a:prstGeom>
          <a:solidFill>
            <a:srgbClr val="FFF4E0"/>
          </a:solidFill>
          <a:ln cap="flat" cmpd="sng" w="13950">
            <a:solidFill>
              <a:srgbClr val="B46A0A"/>
            </a:solidFill>
            <a:prstDash val="solid"/>
            <a:round/>
            <a:headEnd len="sm" w="sm" type="none"/>
            <a:tailEnd len="sm" w="sm" type="none"/>
          </a:ln>
        </p:spPr>
        <p:txBody>
          <a:bodyPr anchorCtr="0" anchor="ctr" bIns="27425" lIns="45700" spcFirstLastPara="1" rIns="45700" wrap="square" tIns="27425">
            <a:noAutofit/>
          </a:bodyPr>
          <a:lstStyle/>
          <a:p>
            <a:pPr indent="0" lvl="0" marL="0" marR="0" rtl="0" algn="ctr">
              <a:spcBef>
                <a:spcPts val="0"/>
              </a:spcBef>
              <a:spcAft>
                <a:spcPts val="0"/>
              </a:spcAft>
              <a:buNone/>
            </a:pPr>
            <a:r>
              <a:rPr b="1" i="0" lang="en-US" sz="1150" u="none" cap="none" strike="noStrike">
                <a:solidFill>
                  <a:srgbClr val="1F497D"/>
                </a:solidFill>
                <a:latin typeface="Arial"/>
                <a:ea typeface="Arial"/>
                <a:cs typeface="Arial"/>
                <a:sym typeface="Arial"/>
              </a:rPr>
              <a:t>LP Engines   ◆ THREE</a:t>
            </a:r>
            <a:endParaRPr/>
          </a:p>
          <a:p>
            <a:pPr indent="0" lvl="0" marL="0" marR="0" rtl="0" algn="ctr">
              <a:spcBef>
                <a:spcPts val="100"/>
              </a:spcBef>
              <a:spcAft>
                <a:spcPts val="0"/>
              </a:spcAft>
              <a:buNone/>
            </a:pPr>
            <a:r>
              <a:rPr b="0" i="0" lang="en-US" sz="850" u="none" cap="none" strike="noStrike">
                <a:solidFill>
                  <a:srgbClr val="555555"/>
                </a:solidFill>
                <a:latin typeface="Arial"/>
                <a:ea typeface="Arial"/>
                <a:cs typeface="Arial"/>
                <a:sym typeface="Arial"/>
              </a:rPr>
              <a:t>Dual simplex (compiled loop)  ·  Mehrotra interior point  ·  PDLP on CPU and GPU</a:t>
            </a:r>
            <a:endParaRPr/>
          </a:p>
        </p:txBody>
      </p:sp>
      <p:sp>
        <p:nvSpPr>
          <p:cNvPr id="130" name="Google Shape;130;p15"/>
          <p:cNvSpPr/>
          <p:nvPr/>
        </p:nvSpPr>
        <p:spPr>
          <a:xfrm>
            <a:off x="3872484" y="2807208"/>
            <a:ext cx="164592" cy="118872"/>
          </a:xfrm>
          <a:prstGeom prst="downArrow">
            <a:avLst>
              <a:gd fmla="val 50000" name="adj1"/>
              <a:gd fmla="val 50000" name="adj2"/>
            </a:avLst>
          </a:prstGeom>
          <a:solidFill>
            <a:srgbClr val="9AB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31" name="Google Shape;131;p15"/>
          <p:cNvSpPr/>
          <p:nvPr/>
        </p:nvSpPr>
        <p:spPr>
          <a:xfrm>
            <a:off x="411480" y="2962656"/>
            <a:ext cx="7086600" cy="566928"/>
          </a:xfrm>
          <a:prstGeom prst="roundRect">
            <a:avLst>
              <a:gd fmla="val 10000" name="adj"/>
            </a:avLst>
          </a:prstGeom>
          <a:solidFill>
            <a:srgbClr val="FFFFFF"/>
          </a:solidFill>
          <a:ln cap="flat" cmpd="sng" w="13950">
            <a:solidFill>
              <a:srgbClr val="0070C0"/>
            </a:solidFill>
            <a:prstDash val="solid"/>
            <a:round/>
            <a:headEnd len="sm" w="sm" type="none"/>
            <a:tailEnd len="sm" w="sm" type="none"/>
          </a:ln>
        </p:spPr>
        <p:txBody>
          <a:bodyPr anchorCtr="0" anchor="ctr" bIns="27425" lIns="45700" spcFirstLastPara="1" rIns="45700" wrap="square" tIns="27425">
            <a:noAutofit/>
          </a:bodyPr>
          <a:lstStyle/>
          <a:p>
            <a:pPr indent="0" lvl="0" marL="0" marR="0" rtl="0" algn="ctr">
              <a:spcBef>
                <a:spcPts val="0"/>
              </a:spcBef>
              <a:spcAft>
                <a:spcPts val="0"/>
              </a:spcAft>
              <a:buNone/>
            </a:pPr>
            <a:r>
              <a:rPr b="1" i="0" lang="en-US" sz="1150" u="none" cap="none" strike="noStrike">
                <a:solidFill>
                  <a:srgbClr val="1F497D"/>
                </a:solidFill>
                <a:latin typeface="Arial"/>
                <a:ea typeface="Arial"/>
                <a:cs typeface="Arial"/>
                <a:sym typeface="Arial"/>
              </a:rPr>
              <a:t>MILP Branch-and-Bound</a:t>
            </a:r>
            <a:endParaRPr/>
          </a:p>
          <a:p>
            <a:pPr indent="0" lvl="0" marL="0" marR="0" rtl="0" algn="ctr">
              <a:spcBef>
                <a:spcPts val="100"/>
              </a:spcBef>
              <a:spcAft>
                <a:spcPts val="0"/>
              </a:spcAft>
              <a:buNone/>
            </a:pPr>
            <a:r>
              <a:rPr b="0" i="0" lang="en-US" sz="850" u="none" cap="none" strike="noStrike">
                <a:solidFill>
                  <a:srgbClr val="555555"/>
                </a:solidFill>
                <a:latin typeface="Arial"/>
                <a:ea typeface="Arial"/>
                <a:cs typeface="Arial"/>
                <a:sym typeface="Arial"/>
              </a:rPr>
              <a:t>warm-started dual simplex  ·  reliability branching  ·  Gomory cuts  ·  diving</a:t>
            </a:r>
            <a:endParaRPr/>
          </a:p>
        </p:txBody>
      </p:sp>
      <p:sp>
        <p:nvSpPr>
          <p:cNvPr id="132" name="Google Shape;132;p15"/>
          <p:cNvSpPr/>
          <p:nvPr/>
        </p:nvSpPr>
        <p:spPr>
          <a:xfrm>
            <a:off x="3872484" y="3547872"/>
            <a:ext cx="164592" cy="118872"/>
          </a:xfrm>
          <a:prstGeom prst="downArrow">
            <a:avLst>
              <a:gd fmla="val 50000" name="adj1"/>
              <a:gd fmla="val 50000" name="adj2"/>
            </a:avLst>
          </a:prstGeom>
          <a:solidFill>
            <a:srgbClr val="9AB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33" name="Google Shape;133;p15"/>
          <p:cNvSpPr/>
          <p:nvPr/>
        </p:nvSpPr>
        <p:spPr>
          <a:xfrm>
            <a:off x="411480" y="3703320"/>
            <a:ext cx="3456432" cy="621792"/>
          </a:xfrm>
          <a:prstGeom prst="roundRect">
            <a:avLst>
              <a:gd fmla="val 10000" name="adj"/>
            </a:avLst>
          </a:prstGeom>
          <a:solidFill>
            <a:srgbClr val="FFFFFF"/>
          </a:solidFill>
          <a:ln cap="flat" cmpd="sng" w="13950">
            <a:solidFill>
              <a:srgbClr val="0070C0"/>
            </a:solidFill>
            <a:prstDash val="solid"/>
            <a:round/>
            <a:headEnd len="sm" w="sm" type="none"/>
            <a:tailEnd len="sm" w="sm" type="none"/>
          </a:ln>
        </p:spPr>
        <p:txBody>
          <a:bodyPr anchorCtr="0" anchor="ctr" bIns="27425" lIns="45700" spcFirstLastPara="1" rIns="45700" wrap="square" tIns="27425">
            <a:noAutofit/>
          </a:bodyPr>
          <a:lstStyle/>
          <a:p>
            <a:pPr indent="0" lvl="0" marL="0" marR="0" rtl="0" algn="ctr">
              <a:spcBef>
                <a:spcPts val="0"/>
              </a:spcBef>
              <a:spcAft>
                <a:spcPts val="0"/>
              </a:spcAft>
              <a:buNone/>
            </a:pPr>
            <a:r>
              <a:rPr b="1" i="0" lang="en-US" sz="1050" u="none" cap="none" strike="noStrike">
                <a:solidFill>
                  <a:srgbClr val="1F497D"/>
                </a:solidFill>
                <a:latin typeface="Arial"/>
                <a:ea typeface="Arial"/>
                <a:cs typeface="Arial"/>
                <a:sym typeface="Arial"/>
              </a:rPr>
              <a:t>Sparse Linear Algebra</a:t>
            </a:r>
            <a:endParaRPr/>
          </a:p>
          <a:p>
            <a:pPr indent="0" lvl="0" marL="0" marR="0" rtl="0" algn="ctr">
              <a:spcBef>
                <a:spcPts val="100"/>
              </a:spcBef>
              <a:spcAft>
                <a:spcPts val="0"/>
              </a:spcAft>
              <a:buNone/>
            </a:pPr>
            <a:r>
              <a:rPr b="0" i="0" lang="en-US" sz="800" u="none" cap="none" strike="noStrike">
                <a:solidFill>
                  <a:srgbClr val="555555"/>
                </a:solidFill>
                <a:latin typeface="Arial"/>
                <a:ea typeface="Arial"/>
                <a:cs typeface="Arial"/>
                <a:sym typeface="Arial"/>
              </a:rPr>
              <a:t>LU (Suhl–Suhl order) · Cholesky · LDLᵀ · min-degree</a:t>
            </a:r>
            <a:endParaRPr/>
          </a:p>
        </p:txBody>
      </p:sp>
      <p:sp>
        <p:nvSpPr>
          <p:cNvPr id="134" name="Google Shape;134;p15"/>
          <p:cNvSpPr/>
          <p:nvPr/>
        </p:nvSpPr>
        <p:spPr>
          <a:xfrm>
            <a:off x="4041648" y="3703320"/>
            <a:ext cx="3456432" cy="621792"/>
          </a:xfrm>
          <a:prstGeom prst="roundRect">
            <a:avLst>
              <a:gd fmla="val 10000" name="adj"/>
            </a:avLst>
          </a:prstGeom>
          <a:solidFill>
            <a:srgbClr val="FFFFFF"/>
          </a:solidFill>
          <a:ln cap="flat" cmpd="sng" w="13950">
            <a:solidFill>
              <a:srgbClr val="0070C0"/>
            </a:solidFill>
            <a:prstDash val="solid"/>
            <a:round/>
            <a:headEnd len="sm" w="sm" type="none"/>
            <a:tailEnd len="sm" w="sm" type="none"/>
          </a:ln>
        </p:spPr>
        <p:txBody>
          <a:bodyPr anchorCtr="0" anchor="ctr" bIns="27425" lIns="45700" spcFirstLastPara="1" rIns="45700" wrap="square" tIns="27425">
            <a:noAutofit/>
          </a:bodyPr>
          <a:lstStyle/>
          <a:p>
            <a:pPr indent="0" lvl="0" marL="0" marR="0" rtl="0" algn="ctr">
              <a:spcBef>
                <a:spcPts val="0"/>
              </a:spcBef>
              <a:spcAft>
                <a:spcPts val="0"/>
              </a:spcAft>
              <a:buNone/>
            </a:pPr>
            <a:r>
              <a:rPr b="1" i="0" lang="en-US" sz="1050" u="none" cap="none" strike="noStrike">
                <a:solidFill>
                  <a:srgbClr val="1F497D"/>
                </a:solidFill>
                <a:latin typeface="Arial"/>
                <a:ea typeface="Arial"/>
                <a:cs typeface="Arial"/>
                <a:sym typeface="Arial"/>
              </a:rPr>
              <a:t>QP Interior Point</a:t>
            </a:r>
            <a:endParaRPr/>
          </a:p>
          <a:p>
            <a:pPr indent="0" lvl="0" marL="0" marR="0" rtl="0" algn="ctr">
              <a:spcBef>
                <a:spcPts val="100"/>
              </a:spcBef>
              <a:spcAft>
                <a:spcPts val="0"/>
              </a:spcAft>
              <a:buNone/>
            </a:pPr>
            <a:r>
              <a:rPr b="0" i="0" lang="en-US" sz="800" u="none" cap="none" strike="noStrike">
                <a:solidFill>
                  <a:srgbClr val="555555"/>
                </a:solidFill>
                <a:latin typeface="Arial"/>
                <a:ea typeface="Arial"/>
                <a:cs typeface="Arial"/>
                <a:sym typeface="Arial"/>
              </a:rPr>
              <a:t>quasi-definite augmented system · regularised, refined</a:t>
            </a:r>
            <a:endParaRPr/>
          </a:p>
        </p:txBody>
      </p:sp>
      <p:sp>
        <p:nvSpPr>
          <p:cNvPr id="135" name="Google Shape;135;p15"/>
          <p:cNvSpPr/>
          <p:nvPr/>
        </p:nvSpPr>
        <p:spPr>
          <a:xfrm>
            <a:off x="3872484" y="4343400"/>
            <a:ext cx="164592" cy="118872"/>
          </a:xfrm>
          <a:prstGeom prst="downArrow">
            <a:avLst>
              <a:gd fmla="val 50000" name="adj1"/>
              <a:gd fmla="val 50000" name="adj2"/>
            </a:avLst>
          </a:prstGeom>
          <a:solidFill>
            <a:srgbClr val="9AB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36" name="Google Shape;136;p15"/>
          <p:cNvSpPr/>
          <p:nvPr/>
        </p:nvSpPr>
        <p:spPr>
          <a:xfrm>
            <a:off x="411480" y="4498848"/>
            <a:ext cx="3456432" cy="621792"/>
          </a:xfrm>
          <a:prstGeom prst="roundRect">
            <a:avLst>
              <a:gd fmla="val 10000" name="adj"/>
            </a:avLst>
          </a:prstGeom>
          <a:solidFill>
            <a:srgbClr val="FFFFFF"/>
          </a:solidFill>
          <a:ln cap="flat" cmpd="sng" w="13950">
            <a:solidFill>
              <a:srgbClr val="0070C0"/>
            </a:solidFill>
            <a:prstDash val="solid"/>
            <a:round/>
            <a:headEnd len="sm" w="sm" type="none"/>
            <a:tailEnd len="sm" w="sm" type="none"/>
          </a:ln>
        </p:spPr>
        <p:txBody>
          <a:bodyPr anchorCtr="0" anchor="ctr" bIns="27425" lIns="45700" spcFirstLastPara="1" rIns="45700" wrap="square" tIns="27425">
            <a:noAutofit/>
          </a:bodyPr>
          <a:lstStyle/>
          <a:p>
            <a:pPr indent="0" lvl="0" marL="0" marR="0" rtl="0" algn="ctr">
              <a:spcBef>
                <a:spcPts val="0"/>
              </a:spcBef>
              <a:spcAft>
                <a:spcPts val="0"/>
              </a:spcAft>
              <a:buNone/>
            </a:pPr>
            <a:r>
              <a:rPr b="1" i="0" lang="en-US" sz="1050" u="none" cap="none" strike="noStrike">
                <a:solidFill>
                  <a:srgbClr val="1F497D"/>
                </a:solidFill>
                <a:latin typeface="Arial"/>
                <a:ea typeface="Arial"/>
                <a:cs typeface="Arial"/>
                <a:sym typeface="Arial"/>
              </a:rPr>
              <a:t>Compiled Kernels</a:t>
            </a:r>
            <a:endParaRPr/>
          </a:p>
          <a:p>
            <a:pPr indent="0" lvl="0" marL="0" marR="0" rtl="0" algn="ctr">
              <a:spcBef>
                <a:spcPts val="100"/>
              </a:spcBef>
              <a:spcAft>
                <a:spcPts val="0"/>
              </a:spcAft>
              <a:buNone/>
            </a:pPr>
            <a:r>
              <a:rPr b="0" i="0" lang="en-US" sz="800" u="none" cap="none" strike="noStrike">
                <a:solidFill>
                  <a:srgbClr val="555555"/>
                </a:solidFill>
                <a:latin typeface="Arial"/>
                <a:ea typeface="Arial"/>
                <a:cs typeface="Arial"/>
                <a:sym typeface="Arial"/>
              </a:rPr>
              <a:t>Numba → native machine code · all CPU cores</a:t>
            </a:r>
            <a:endParaRPr/>
          </a:p>
        </p:txBody>
      </p:sp>
      <p:sp>
        <p:nvSpPr>
          <p:cNvPr id="137" name="Google Shape;137;p15"/>
          <p:cNvSpPr/>
          <p:nvPr/>
        </p:nvSpPr>
        <p:spPr>
          <a:xfrm>
            <a:off x="4041648" y="4498848"/>
            <a:ext cx="3456432" cy="621792"/>
          </a:xfrm>
          <a:prstGeom prst="roundRect">
            <a:avLst>
              <a:gd fmla="val 10000" name="adj"/>
            </a:avLst>
          </a:prstGeom>
          <a:solidFill>
            <a:srgbClr val="FFFFFF"/>
          </a:solidFill>
          <a:ln cap="flat" cmpd="sng" w="13950">
            <a:solidFill>
              <a:srgbClr val="0070C0"/>
            </a:solidFill>
            <a:prstDash val="solid"/>
            <a:round/>
            <a:headEnd len="sm" w="sm" type="none"/>
            <a:tailEnd len="sm" w="sm" type="none"/>
          </a:ln>
        </p:spPr>
        <p:txBody>
          <a:bodyPr anchorCtr="0" anchor="ctr" bIns="27425" lIns="45700" spcFirstLastPara="1" rIns="45700" wrap="square" tIns="27425">
            <a:noAutofit/>
          </a:bodyPr>
          <a:lstStyle/>
          <a:p>
            <a:pPr indent="0" lvl="0" marL="0" marR="0" rtl="0" algn="ctr">
              <a:spcBef>
                <a:spcPts val="0"/>
              </a:spcBef>
              <a:spcAft>
                <a:spcPts val="0"/>
              </a:spcAft>
              <a:buNone/>
            </a:pPr>
            <a:r>
              <a:rPr b="1" i="0" lang="en-US" sz="1050" u="none" cap="none" strike="noStrike">
                <a:solidFill>
                  <a:srgbClr val="1F497D"/>
                </a:solidFill>
                <a:latin typeface="Arial"/>
                <a:ea typeface="Arial"/>
                <a:cs typeface="Arial"/>
                <a:sym typeface="Arial"/>
              </a:rPr>
              <a:t>GPU Backend</a:t>
            </a:r>
            <a:endParaRPr/>
          </a:p>
          <a:p>
            <a:pPr indent="0" lvl="0" marL="0" marR="0" rtl="0" algn="ctr">
              <a:spcBef>
                <a:spcPts val="100"/>
              </a:spcBef>
              <a:spcAft>
                <a:spcPts val="0"/>
              </a:spcAft>
              <a:buNone/>
            </a:pPr>
            <a:r>
              <a:rPr b="0" i="0" lang="en-US" sz="800" u="none" cap="none" strike="noStrike">
                <a:solidFill>
                  <a:srgbClr val="555555"/>
                </a:solidFill>
                <a:latin typeface="Arial"/>
                <a:ea typeface="Arial"/>
                <a:cs typeface="Arial"/>
                <a:sym typeface="Arial"/>
              </a:rPr>
              <a:t>CuPy CUDA kernels · CUDA graphs · RTX-class GPUs</a:t>
            </a:r>
            <a:endParaRPr/>
          </a:p>
        </p:txBody>
      </p:sp>
      <p:sp>
        <p:nvSpPr>
          <p:cNvPr id="138" name="Google Shape;138;p15"/>
          <p:cNvSpPr/>
          <p:nvPr/>
        </p:nvSpPr>
        <p:spPr>
          <a:xfrm>
            <a:off x="3872484" y="5138928"/>
            <a:ext cx="164592" cy="118872"/>
          </a:xfrm>
          <a:prstGeom prst="downArrow">
            <a:avLst>
              <a:gd fmla="val 50000" name="adj1"/>
              <a:gd fmla="val 50000" name="adj2"/>
            </a:avLst>
          </a:prstGeom>
          <a:solidFill>
            <a:srgbClr val="9AB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39" name="Google Shape;139;p15"/>
          <p:cNvSpPr/>
          <p:nvPr/>
        </p:nvSpPr>
        <p:spPr>
          <a:xfrm>
            <a:off x="411480" y="5294376"/>
            <a:ext cx="7086600" cy="685800"/>
          </a:xfrm>
          <a:prstGeom prst="roundRect">
            <a:avLst>
              <a:gd fmla="val 10000" name="adj"/>
            </a:avLst>
          </a:prstGeom>
          <a:solidFill>
            <a:srgbClr val="ECF4EC"/>
          </a:solidFill>
          <a:ln cap="flat" cmpd="sng" w="20300">
            <a:solidFill>
              <a:srgbClr val="2E7D32"/>
            </a:solidFill>
            <a:prstDash val="solid"/>
            <a:round/>
            <a:headEnd len="sm" w="sm" type="none"/>
            <a:tailEnd len="sm" w="sm" type="none"/>
          </a:ln>
        </p:spPr>
        <p:txBody>
          <a:bodyPr anchorCtr="0" anchor="ctr" bIns="27425" lIns="45700" spcFirstLastPara="1" rIns="45700" wrap="square" tIns="27425">
            <a:noAutofit/>
          </a:bodyPr>
          <a:lstStyle/>
          <a:p>
            <a:pPr indent="0" lvl="0" marL="0" marR="0" rtl="0" algn="ctr">
              <a:spcBef>
                <a:spcPts val="0"/>
              </a:spcBef>
              <a:spcAft>
                <a:spcPts val="0"/>
              </a:spcAft>
              <a:buNone/>
            </a:pPr>
            <a:r>
              <a:rPr b="1" i="0" lang="en-US" sz="1150" u="none" cap="none" strike="noStrike">
                <a:solidFill>
                  <a:srgbClr val="2E7D32"/>
                </a:solidFill>
                <a:latin typeface="Arial"/>
                <a:ea typeface="Arial"/>
                <a:cs typeface="Arial"/>
                <a:sym typeface="Arial"/>
              </a:rPr>
              <a:t>Verification Plane   ◆ NEW</a:t>
            </a:r>
            <a:endParaRPr/>
          </a:p>
          <a:p>
            <a:pPr indent="0" lvl="0" marL="0" marR="0" rtl="0" algn="ctr">
              <a:spcBef>
                <a:spcPts val="100"/>
              </a:spcBef>
              <a:spcAft>
                <a:spcPts val="0"/>
              </a:spcAft>
              <a:buNone/>
            </a:pPr>
            <a:r>
              <a:rPr b="0" i="0" lang="en-US" sz="850" u="none" cap="none" strike="noStrike">
                <a:solidFill>
                  <a:srgbClr val="555555"/>
                </a:solidFill>
                <a:latin typeface="Arial"/>
                <a:ea typeface="Arial"/>
                <a:cs typeface="Arial"/>
                <a:sym typeface="Arial"/>
              </a:rPr>
              <a:t>every solve re-solved by HiGHS / Clarabel  ·  primal and dual residuals  ·  published optima</a:t>
            </a:r>
            <a:endParaRPr/>
          </a:p>
        </p:txBody>
      </p:sp>
      <p:sp>
        <p:nvSpPr>
          <p:cNvPr id="140" name="Google Shape;140;p15"/>
          <p:cNvSpPr/>
          <p:nvPr/>
        </p:nvSpPr>
        <p:spPr>
          <a:xfrm>
            <a:off x="7726679" y="1481328"/>
            <a:ext cx="4069080" cy="3200400"/>
          </a:xfrm>
          <a:prstGeom prst="roundRect">
            <a:avLst>
              <a:gd fmla="val 10000" name="adj"/>
            </a:avLst>
          </a:prstGeom>
          <a:solidFill>
            <a:srgbClr val="F7F9FC"/>
          </a:solidFill>
          <a:ln cap="flat" cmpd="sng" w="12700">
            <a:solidFill>
              <a:srgbClr val="C8D6E6"/>
            </a:solidFill>
            <a:prstDash val="solid"/>
            <a:round/>
            <a:headEnd len="sm" w="sm" type="none"/>
            <a:tailEnd len="sm" w="sm" type="none"/>
          </a:ln>
        </p:spPr>
        <p:txBody>
          <a:bodyPr anchorCtr="0" anchor="ctr" bIns="45700" lIns="182875" spcFirstLastPara="1" rIns="146300" wrap="square" tIns="128000">
            <a:noAutofit/>
          </a:bodyPr>
          <a:lstStyle/>
          <a:p>
            <a:pPr indent="0" lvl="0" marL="0" marR="0" rtl="0" algn="l">
              <a:spcBef>
                <a:spcPts val="0"/>
              </a:spcBef>
              <a:spcAft>
                <a:spcPts val="0"/>
              </a:spcAft>
              <a:buNone/>
            </a:pPr>
            <a:r>
              <a:rPr b="1" i="0" lang="en-US" sz="1350" u="none" cap="none" strike="noStrike">
                <a:solidFill>
                  <a:srgbClr val="0070C0"/>
                </a:solidFill>
                <a:latin typeface="Arial"/>
                <a:ea typeface="Arial"/>
                <a:cs typeface="Arial"/>
                <a:sym typeface="Arial"/>
              </a:rPr>
              <a:t>Technology Stack</a:t>
            </a:r>
            <a:endParaRPr/>
          </a:p>
          <a:p>
            <a:pPr indent="0" lvl="0" marL="0" marR="0" rtl="0" algn="l">
              <a:spcBef>
                <a:spcPts val="150"/>
              </a:spcBef>
              <a:spcAft>
                <a:spcPts val="0"/>
              </a:spcAft>
              <a:buNone/>
            </a:pPr>
            <a:r>
              <a:t/>
            </a:r>
            <a:endParaRPr b="1" i="0" sz="1350" u="none" cap="none" strike="noStrike">
              <a:solidFill>
                <a:srgbClr val="0070C0"/>
              </a:solidFill>
              <a:latin typeface="Arial"/>
              <a:ea typeface="Arial"/>
              <a:cs typeface="Arial"/>
              <a:sym typeface="Arial"/>
            </a:endParaRPr>
          </a:p>
          <a:p>
            <a:pPr indent="0" lvl="0" marL="0" marR="0" rtl="0" algn="l">
              <a:spcBef>
                <a:spcPts val="150"/>
              </a:spcBef>
              <a:spcAft>
                <a:spcPts val="0"/>
              </a:spcAft>
              <a:buNone/>
            </a:pPr>
            <a:r>
              <a:rPr b="1" i="0" lang="en-US" sz="950" u="none" cap="none" strike="noStrike">
                <a:solidFill>
                  <a:srgbClr val="1F497D"/>
                </a:solidFill>
                <a:latin typeface="Arial"/>
                <a:ea typeface="Arial"/>
                <a:cs typeface="Arial"/>
                <a:sym typeface="Arial"/>
              </a:rPr>
              <a:t>Language</a:t>
            </a:r>
            <a:endParaRPr/>
          </a:p>
          <a:p>
            <a:pPr indent="0" lvl="0" marL="91440" marR="0" rtl="0" algn="l">
              <a:spcBef>
                <a:spcPts val="150"/>
              </a:spcBef>
              <a:spcAft>
                <a:spcPts val="0"/>
              </a:spcAft>
              <a:buNone/>
            </a:pPr>
            <a:r>
              <a:rPr b="0" i="0" lang="en-US" sz="850" u="none" cap="none" strike="noStrike">
                <a:solidFill>
                  <a:srgbClr val="1A1A1A"/>
                </a:solidFill>
                <a:latin typeface="Arial"/>
                <a:ea typeface="Arial"/>
                <a:cs typeface="Arial"/>
                <a:sym typeface="Arial"/>
              </a:rPr>
              <a:t>Python 3.12 · NumPy arrays</a:t>
            </a:r>
            <a:endParaRPr/>
          </a:p>
          <a:p>
            <a:pPr indent="0" lvl="0" marL="0" marR="0" rtl="0" algn="l">
              <a:spcBef>
                <a:spcPts val="150"/>
              </a:spcBef>
              <a:spcAft>
                <a:spcPts val="0"/>
              </a:spcAft>
              <a:buNone/>
            </a:pPr>
            <a:r>
              <a:rPr b="1" i="0" lang="en-US" sz="950" u="none" cap="none" strike="noStrike">
                <a:solidFill>
                  <a:srgbClr val="1F497D"/>
                </a:solidFill>
                <a:latin typeface="Arial"/>
                <a:ea typeface="Arial"/>
                <a:cs typeface="Arial"/>
                <a:sym typeface="Arial"/>
              </a:rPr>
              <a:t>Compilation</a:t>
            </a:r>
            <a:endParaRPr/>
          </a:p>
          <a:p>
            <a:pPr indent="0" lvl="0" marL="91440" marR="0" rtl="0" algn="l">
              <a:spcBef>
                <a:spcPts val="150"/>
              </a:spcBef>
              <a:spcAft>
                <a:spcPts val="0"/>
              </a:spcAft>
              <a:buNone/>
            </a:pPr>
            <a:r>
              <a:rPr b="0" i="0" lang="en-US" sz="850" u="none" cap="none" strike="noStrike">
                <a:solidFill>
                  <a:srgbClr val="1A1A1A"/>
                </a:solidFill>
                <a:latin typeface="Arial"/>
                <a:ea typeface="Arial"/>
                <a:cs typeface="Arial"/>
                <a:sym typeface="Arial"/>
              </a:rPr>
              <a:t>Numba JIT → native code  ·  CuPy → CUDA</a:t>
            </a:r>
            <a:endParaRPr/>
          </a:p>
          <a:p>
            <a:pPr indent="0" lvl="0" marL="0" marR="0" rtl="0" algn="l">
              <a:spcBef>
                <a:spcPts val="150"/>
              </a:spcBef>
              <a:spcAft>
                <a:spcPts val="0"/>
              </a:spcAft>
              <a:buNone/>
            </a:pPr>
            <a:r>
              <a:rPr b="1" i="0" lang="en-US" sz="950" u="none" cap="none" strike="noStrike">
                <a:solidFill>
                  <a:srgbClr val="1F497D"/>
                </a:solidFill>
                <a:latin typeface="Arial"/>
                <a:ea typeface="Arial"/>
                <a:cs typeface="Arial"/>
                <a:sym typeface="Arial"/>
              </a:rPr>
              <a:t>Engines</a:t>
            </a:r>
            <a:endParaRPr/>
          </a:p>
          <a:p>
            <a:pPr indent="0" lvl="0" marL="91440" marR="0" rtl="0" algn="l">
              <a:spcBef>
                <a:spcPts val="150"/>
              </a:spcBef>
              <a:spcAft>
                <a:spcPts val="0"/>
              </a:spcAft>
              <a:buNone/>
            </a:pPr>
            <a:r>
              <a:rPr b="0" i="0" lang="en-US" sz="850" u="none" cap="none" strike="noStrike">
                <a:solidFill>
                  <a:srgbClr val="1A1A1A"/>
                </a:solidFill>
                <a:latin typeface="Arial"/>
                <a:ea typeface="Arial"/>
                <a:cs typeface="Arial"/>
                <a:sym typeface="Arial"/>
              </a:rPr>
              <a:t>dual simplex · interior point · PDLP · B&amp;B</a:t>
            </a:r>
            <a:endParaRPr/>
          </a:p>
          <a:p>
            <a:pPr indent="0" lvl="0" marL="0" marR="0" rtl="0" algn="l">
              <a:spcBef>
                <a:spcPts val="150"/>
              </a:spcBef>
              <a:spcAft>
                <a:spcPts val="0"/>
              </a:spcAft>
              <a:buNone/>
            </a:pPr>
            <a:r>
              <a:rPr b="1" i="0" lang="en-US" sz="950" u="none" cap="none" strike="noStrike">
                <a:solidFill>
                  <a:srgbClr val="1F497D"/>
                </a:solidFill>
                <a:latin typeface="Arial"/>
                <a:ea typeface="Arial"/>
                <a:cs typeface="Arial"/>
                <a:sym typeface="Arial"/>
              </a:rPr>
              <a:t>Linear algebra</a:t>
            </a:r>
            <a:endParaRPr/>
          </a:p>
          <a:p>
            <a:pPr indent="0" lvl="0" marL="91440" marR="0" rtl="0" algn="l">
              <a:spcBef>
                <a:spcPts val="150"/>
              </a:spcBef>
              <a:spcAft>
                <a:spcPts val="0"/>
              </a:spcAft>
              <a:buNone/>
            </a:pPr>
            <a:r>
              <a:rPr b="0" i="0" lang="en-US" sz="850" u="none" cap="none" strike="noStrike">
                <a:solidFill>
                  <a:srgbClr val="1A1A1A"/>
                </a:solidFill>
                <a:latin typeface="Arial"/>
                <a:ea typeface="Arial"/>
                <a:cs typeface="Arial"/>
                <a:sym typeface="Arial"/>
              </a:rPr>
              <a:t>LU · Cholesky · LDLᵀ — all our own</a:t>
            </a:r>
            <a:endParaRPr/>
          </a:p>
          <a:p>
            <a:pPr indent="0" lvl="0" marL="0" marR="0" rtl="0" algn="l">
              <a:spcBef>
                <a:spcPts val="150"/>
              </a:spcBef>
              <a:spcAft>
                <a:spcPts val="0"/>
              </a:spcAft>
              <a:buNone/>
            </a:pPr>
            <a:r>
              <a:rPr b="1" i="0" lang="en-US" sz="950" u="none" cap="none" strike="noStrike">
                <a:solidFill>
                  <a:srgbClr val="1F497D"/>
                </a:solidFill>
                <a:latin typeface="Arial"/>
                <a:ea typeface="Arial"/>
                <a:cs typeface="Arial"/>
                <a:sym typeface="Arial"/>
              </a:rPr>
              <a:t>Interfaces</a:t>
            </a:r>
            <a:endParaRPr/>
          </a:p>
          <a:p>
            <a:pPr indent="0" lvl="0" marL="91440" marR="0" rtl="0" algn="l">
              <a:spcBef>
                <a:spcPts val="150"/>
              </a:spcBef>
              <a:spcAft>
                <a:spcPts val="0"/>
              </a:spcAft>
              <a:buNone/>
            </a:pPr>
            <a:r>
              <a:rPr b="0" i="0" lang="en-US" sz="850" u="none" cap="none" strike="noStrike">
                <a:solidFill>
                  <a:srgbClr val="1A1A1A"/>
                </a:solidFill>
                <a:latin typeface="Arial"/>
                <a:ea typeface="Arial"/>
                <a:cs typeface="Arial"/>
                <a:sym typeface="Arial"/>
              </a:rPr>
              <a:t>MPS · QPS · Python API · command line</a:t>
            </a:r>
            <a:endParaRPr/>
          </a:p>
          <a:p>
            <a:pPr indent="0" lvl="0" marL="0" marR="0" rtl="0" algn="l">
              <a:spcBef>
                <a:spcPts val="150"/>
              </a:spcBef>
              <a:spcAft>
                <a:spcPts val="0"/>
              </a:spcAft>
              <a:buNone/>
            </a:pPr>
            <a:r>
              <a:rPr b="1" i="0" lang="en-US" sz="950" u="none" cap="none" strike="noStrike">
                <a:solidFill>
                  <a:srgbClr val="1F497D"/>
                </a:solidFill>
                <a:latin typeface="Arial"/>
                <a:ea typeface="Arial"/>
                <a:cs typeface="Arial"/>
                <a:sym typeface="Arial"/>
              </a:rPr>
              <a:t>Licence</a:t>
            </a:r>
            <a:endParaRPr/>
          </a:p>
          <a:p>
            <a:pPr indent="0" lvl="0" marL="91440" marR="0" rtl="0" algn="l">
              <a:spcBef>
                <a:spcPts val="150"/>
              </a:spcBef>
              <a:spcAft>
                <a:spcPts val="0"/>
              </a:spcAft>
              <a:buNone/>
            </a:pPr>
            <a:r>
              <a:rPr b="0" i="0" lang="en-US" sz="850" u="none" cap="none" strike="noStrike">
                <a:solidFill>
                  <a:srgbClr val="1A1A1A"/>
                </a:solidFill>
                <a:latin typeface="Arial"/>
                <a:ea typeface="Arial"/>
                <a:cs typeface="Arial"/>
                <a:sym typeface="Arial"/>
              </a:rPr>
              <a:t>Apache-2.0 — any PSU can adopt it</a:t>
            </a:r>
            <a:endParaRPr/>
          </a:p>
          <a:p>
            <a:pPr indent="0" lvl="0" marL="0" marR="0" rtl="0" algn="l">
              <a:spcBef>
                <a:spcPts val="150"/>
              </a:spcBef>
              <a:spcAft>
                <a:spcPts val="0"/>
              </a:spcAft>
              <a:buNone/>
            </a:pPr>
            <a:r>
              <a:t/>
            </a:r>
            <a:endParaRPr b="0" i="0" sz="850" u="none" cap="none" strike="noStrike">
              <a:solidFill>
                <a:srgbClr val="1A1A1A"/>
              </a:solidFill>
              <a:latin typeface="Arial"/>
              <a:ea typeface="Arial"/>
              <a:cs typeface="Arial"/>
              <a:sym typeface="Arial"/>
            </a:endParaRPr>
          </a:p>
          <a:p>
            <a:pPr indent="0" lvl="0" marL="0" marR="0" rtl="0" algn="l">
              <a:spcBef>
                <a:spcPts val="150"/>
              </a:spcBef>
              <a:spcAft>
                <a:spcPts val="0"/>
              </a:spcAft>
              <a:buNone/>
            </a:pPr>
            <a:r>
              <a:rPr b="1" i="0" lang="en-US" sz="950" u="none" cap="none" strike="noStrike">
                <a:solidFill>
                  <a:srgbClr val="2E7D32"/>
                </a:solidFill>
                <a:latin typeface="Arial"/>
                <a:ea typeface="Arial"/>
                <a:cs typeface="Arial"/>
                <a:sym typeface="Arial"/>
              </a:rPr>
              <a:t>Measured on a laptop (RTX 3050, 4 GB)</a:t>
            </a:r>
            <a:endParaRPr/>
          </a:p>
          <a:p>
            <a:pPr indent="0" lvl="0" marL="91440" marR="0" rtl="0" algn="l">
              <a:spcBef>
                <a:spcPts val="150"/>
              </a:spcBef>
              <a:spcAft>
                <a:spcPts val="0"/>
              </a:spcAft>
              <a:buNone/>
            </a:pPr>
            <a:r>
              <a:rPr b="0" i="0" lang="en-US" sz="850" u="none" cap="none" strike="noStrike">
                <a:solidFill>
                  <a:srgbClr val="1A1A1A"/>
                </a:solidFill>
                <a:latin typeface="Arial"/>
                <a:ea typeface="Arial"/>
                <a:cs typeface="Arial"/>
                <a:sym typeface="Arial"/>
              </a:rPr>
              <a:t>Netlib LP          90/90   ·  HiGHS 90</a:t>
            </a:r>
            <a:endParaRPr/>
          </a:p>
          <a:p>
            <a:pPr indent="0" lvl="0" marL="91440" marR="0" rtl="0" algn="l">
              <a:spcBef>
                <a:spcPts val="150"/>
              </a:spcBef>
              <a:spcAft>
                <a:spcPts val="0"/>
              </a:spcAft>
              <a:buNone/>
            </a:pPr>
            <a:r>
              <a:rPr b="0" i="0" lang="en-US" sz="850" u="none" cap="none" strike="noStrike">
                <a:solidFill>
                  <a:srgbClr val="1A1A1A"/>
                </a:solidFill>
                <a:latin typeface="Arial"/>
                <a:ea typeface="Arial"/>
                <a:cs typeface="Arial"/>
                <a:sym typeface="Arial"/>
              </a:rPr>
              <a:t>MIPLIB 3, 60 s    33/64   ·  HiGHS 47</a:t>
            </a:r>
            <a:endParaRPr/>
          </a:p>
          <a:p>
            <a:pPr indent="0" lvl="0" marL="91440" marR="0" rtl="0" algn="l">
              <a:spcBef>
                <a:spcPts val="150"/>
              </a:spcBef>
              <a:spcAft>
                <a:spcPts val="0"/>
              </a:spcAft>
              <a:buNone/>
            </a:pPr>
            <a:r>
              <a:rPr b="0" i="0" lang="en-US" sz="850" u="none" cap="none" strike="noStrike">
                <a:solidFill>
                  <a:srgbClr val="1A1A1A"/>
                </a:solidFill>
                <a:latin typeface="Arial"/>
                <a:ea typeface="Arial"/>
                <a:cs typeface="Arial"/>
                <a:sym typeface="Arial"/>
              </a:rPr>
              <a:t>Maros–Mészáros QP  121/138  ·  Clarabel 122</a:t>
            </a:r>
            <a:endParaRPr/>
          </a:p>
        </p:txBody>
      </p:sp>
      <p:sp>
        <p:nvSpPr>
          <p:cNvPr id="141" name="Google Shape;141;p15"/>
          <p:cNvSpPr/>
          <p:nvPr/>
        </p:nvSpPr>
        <p:spPr>
          <a:xfrm>
            <a:off x="7726679" y="4809744"/>
            <a:ext cx="4069080" cy="1243584"/>
          </a:xfrm>
          <a:prstGeom prst="roundRect">
            <a:avLst>
              <a:gd fmla="val 10000" name="adj"/>
            </a:avLst>
          </a:prstGeom>
          <a:solidFill>
            <a:srgbClr val="ECF4EC"/>
          </a:solidFill>
          <a:ln cap="flat" cmpd="sng" w="16500">
            <a:solidFill>
              <a:srgbClr val="2E7D32"/>
            </a:solidFill>
            <a:prstDash val="solid"/>
            <a:round/>
            <a:headEnd len="sm" w="sm" type="none"/>
            <a:tailEnd len="sm" w="sm" type="none"/>
          </a:ln>
        </p:spPr>
        <p:txBody>
          <a:bodyPr anchorCtr="0" anchor="ctr" bIns="45700" lIns="182875" spcFirstLastPara="1" rIns="146300" wrap="square" tIns="91425">
            <a:noAutofit/>
          </a:bodyPr>
          <a:lstStyle/>
          <a:p>
            <a:pPr indent="0" lvl="0" marL="0" marR="0" rtl="0" algn="l">
              <a:spcBef>
                <a:spcPts val="0"/>
              </a:spcBef>
              <a:spcAft>
                <a:spcPts val="0"/>
              </a:spcAft>
              <a:buNone/>
            </a:pPr>
            <a:r>
              <a:rPr b="1" i="0" lang="en-US" sz="1200" u="none" cap="none" strike="noStrike">
                <a:solidFill>
                  <a:srgbClr val="2E7D32"/>
                </a:solidFill>
                <a:latin typeface="Arial"/>
                <a:ea typeface="Arial"/>
                <a:cs typeface="Arial"/>
                <a:sym typeface="Arial"/>
              </a:rPr>
              <a:t>The demo that proves it</a:t>
            </a:r>
            <a:endParaRPr/>
          </a:p>
          <a:p>
            <a:pPr indent="0" lvl="0" marL="0" marR="0" rtl="0" algn="l">
              <a:spcBef>
                <a:spcPts val="100"/>
              </a:spcBef>
              <a:spcAft>
                <a:spcPts val="0"/>
              </a:spcAft>
              <a:buNone/>
            </a:pPr>
            <a:r>
              <a:rPr b="0" i="0" lang="en-US" sz="950" u="none" cap="none" strike="noStrike">
                <a:solidFill>
                  <a:srgbClr val="1A1A1A"/>
                </a:solidFill>
                <a:latin typeface="Arial"/>
                <a:ea typeface="Arial"/>
                <a:cs typeface="Arial"/>
                <a:sym typeface="Arial"/>
              </a:rPr>
              <a:t>1.  Load an MRPL-style refinery planning model (.mps)</a:t>
            </a:r>
            <a:endParaRPr/>
          </a:p>
          <a:p>
            <a:pPr indent="0" lvl="0" marL="0" marR="0" rtl="0" algn="l">
              <a:spcBef>
                <a:spcPts val="100"/>
              </a:spcBef>
              <a:spcAft>
                <a:spcPts val="0"/>
              </a:spcAft>
              <a:buNone/>
            </a:pPr>
            <a:r>
              <a:rPr b="0" i="0" lang="en-US" sz="950" u="none" cap="none" strike="noStrike">
                <a:solidFill>
                  <a:srgbClr val="1A1A1A"/>
                </a:solidFill>
                <a:latin typeface="Arial"/>
                <a:ea typeface="Arial"/>
                <a:cs typeface="Arial"/>
                <a:sym typeface="Arial"/>
              </a:rPr>
              <a:t>2.  NIRNAY solves it; HiGHS re-solves it alongside</a:t>
            </a:r>
            <a:endParaRPr/>
          </a:p>
          <a:p>
            <a:pPr indent="0" lvl="0" marL="0" marR="0" rtl="0" algn="l">
              <a:spcBef>
                <a:spcPts val="100"/>
              </a:spcBef>
              <a:spcAft>
                <a:spcPts val="0"/>
              </a:spcAft>
              <a:buNone/>
            </a:pPr>
            <a:r>
              <a:rPr b="0" i="0" lang="en-US" sz="950" u="none" cap="none" strike="noStrike">
                <a:solidFill>
                  <a:srgbClr val="1A1A1A"/>
                </a:solidFill>
                <a:latin typeface="Arial"/>
                <a:ea typeface="Arial"/>
                <a:cs typeface="Arial"/>
                <a:sym typeface="Arial"/>
              </a:rPr>
              <a:t>3.  Same optimum, same shadow prices of crude and products</a:t>
            </a:r>
            <a:endParaRPr/>
          </a:p>
          <a:p>
            <a:pPr indent="0" lvl="0" marL="0" marR="0" rtl="0" algn="l">
              <a:spcBef>
                <a:spcPts val="100"/>
              </a:spcBef>
              <a:spcAft>
                <a:spcPts val="0"/>
              </a:spcAft>
              <a:buNone/>
            </a:pPr>
            <a:r>
              <a:rPr b="1" i="0" lang="en-US" sz="950" u="none" cap="none" strike="noStrike">
                <a:solidFill>
                  <a:srgbClr val="1A1A1A"/>
                </a:solidFill>
                <a:latin typeface="Arial"/>
                <a:ea typeface="Arial"/>
                <a:cs typeface="Arial"/>
                <a:sym typeface="Arial"/>
              </a:rPr>
              <a:t>4.  Open the code: every pivot and factorisation is ours</a:t>
            </a:r>
            <a:endParaRPr/>
          </a:p>
        </p:txBody>
      </p:sp>
      <p:sp>
        <p:nvSpPr>
          <p:cNvPr id="142" name="Google Shape;142;p15"/>
          <p:cNvSpPr txBox="1"/>
          <p:nvPr/>
        </p:nvSpPr>
        <p:spPr>
          <a:xfrm>
            <a:off x="0" y="0"/>
            <a:ext cx="30000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US" sz="1200">
                <a:solidFill>
                  <a:schemeClr val="lt1"/>
                </a:solidFill>
                <a:latin typeface="Oswald"/>
                <a:ea typeface="Oswald"/>
                <a:cs typeface="Oswald"/>
                <a:sym typeface="Oswald"/>
              </a:rPr>
              <a:t>@SIH Idea submission- Template</a:t>
            </a:r>
            <a:endParaRPr sz="1200">
              <a:solidFill>
                <a:schemeClr val="lt1"/>
              </a:solidFill>
              <a:latin typeface="Oswald"/>
              <a:ea typeface="Oswald"/>
              <a:cs typeface="Oswald"/>
              <a:sym typeface="Oswald"/>
            </a:endParaRPr>
          </a:p>
        </p:txBody>
      </p:sp>
      <p:sp>
        <p:nvSpPr>
          <p:cNvPr id="143" name="Google Shape;143;p15"/>
          <p:cNvSpPr txBox="1"/>
          <p:nvPr/>
        </p:nvSpPr>
        <p:spPr>
          <a:xfrm>
            <a:off x="329750" y="432725"/>
            <a:ext cx="1421700" cy="4464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n-US" sz="1700">
                <a:solidFill>
                  <a:srgbClr val="0070C0"/>
                </a:solidFill>
              </a:rPr>
              <a:t>ZeroCloud</a:t>
            </a:r>
            <a:endParaRPr b="1" sz="1700">
              <a:solidFill>
                <a:srgbClr val="0070C0"/>
              </a:solidFill>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8" name="Shape 148"/>
        <p:cNvGrpSpPr/>
        <p:nvPr/>
      </p:nvGrpSpPr>
      <p:grpSpPr>
        <a:xfrm>
          <a:off x="0" y="0"/>
          <a:ext cx="0" cy="0"/>
          <a:chOff x="0" y="0"/>
          <a:chExt cx="0" cy="0"/>
        </a:xfrm>
      </p:grpSpPr>
      <p:sp>
        <p:nvSpPr>
          <p:cNvPr id="149" name="Google Shape;149;p16"/>
          <p:cNvSpPr/>
          <p:nvPr/>
        </p:nvSpPr>
        <p:spPr>
          <a:xfrm>
            <a:off x="0" y="6354762"/>
            <a:ext cx="12191999" cy="503238"/>
          </a:xfrm>
          <a:prstGeom prst="rect">
            <a:avLst/>
          </a:prstGeom>
          <a:solidFill>
            <a:srgbClr val="0070C0"/>
          </a:solidFill>
          <a:ln>
            <a:noFill/>
          </a:ln>
          <a:effectLst>
            <a:outerShdw rotWithShape="0" dir="5400000" dist="23000">
              <a:srgbClr val="808080">
                <a:alpha val="34902"/>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chemeClr val="dk1"/>
              </a:buClr>
              <a:buSzPts val="1800"/>
              <a:buFont typeface="Calibri"/>
              <a:buNone/>
            </a:pPr>
            <a:r>
              <a:t/>
            </a:r>
            <a:endParaRPr b="0" i="0" sz="1800" u="none" cap="none" strike="noStrike">
              <a:solidFill>
                <a:srgbClr val="953734"/>
              </a:solidFill>
              <a:latin typeface="Calibri"/>
              <a:ea typeface="Calibri"/>
              <a:cs typeface="Calibri"/>
              <a:sym typeface="Calibri"/>
            </a:endParaRPr>
          </a:p>
        </p:txBody>
      </p:sp>
      <p:sp>
        <p:nvSpPr>
          <p:cNvPr id="150" name="Google Shape;150;p16"/>
          <p:cNvSpPr txBox="1"/>
          <p:nvPr>
            <p:ph type="title"/>
          </p:nvPr>
        </p:nvSpPr>
        <p:spPr>
          <a:xfrm>
            <a:off x="609600" y="-47625"/>
            <a:ext cx="10972800" cy="1143000"/>
          </a:xfrm>
          <a:prstGeom prst="rect">
            <a:avLst/>
          </a:prstGeom>
          <a:noFill/>
          <a:ln>
            <a:noFill/>
          </a:ln>
        </p:spPr>
        <p:txBody>
          <a:bodyPr anchorCtr="0" anchor="ctr" bIns="45700" lIns="91425" spcFirstLastPara="1" rIns="91425" wrap="square" tIns="45700">
            <a:noAutofit/>
          </a:bodyPr>
          <a:lstStyle/>
          <a:p>
            <a:pPr indent="0" lvl="0" marL="0" rtl="0" algn="ctr">
              <a:spcBef>
                <a:spcPts val="0"/>
              </a:spcBef>
              <a:spcAft>
                <a:spcPts val="0"/>
              </a:spcAft>
              <a:buNone/>
            </a:pPr>
            <a:r>
              <a:rPr b="1" lang="en-US" sz="3600">
                <a:latin typeface="Times New Roman"/>
                <a:ea typeface="Times New Roman"/>
                <a:cs typeface="Times New Roman"/>
                <a:sym typeface="Times New Roman"/>
              </a:rPr>
              <a:t>FEASIBILITY AND VIABILITY</a:t>
            </a:r>
            <a:endParaRPr/>
          </a:p>
        </p:txBody>
      </p:sp>
      <p:sp>
        <p:nvSpPr>
          <p:cNvPr id="151" name="Google Shape;151;p16"/>
          <p:cNvSpPr txBox="1"/>
          <p:nvPr/>
        </p:nvSpPr>
        <p:spPr>
          <a:xfrm>
            <a:off x="411480" y="1051560"/>
            <a:ext cx="5577840" cy="2743200"/>
          </a:xfrm>
          <a:prstGeom prst="rect">
            <a:avLst/>
          </a:prstGeom>
          <a:noFill/>
          <a:ln>
            <a:noFill/>
          </a:ln>
        </p:spPr>
        <p:txBody>
          <a:bodyPr anchorCtr="0" anchor="t" bIns="45700" lIns="91425" spcFirstLastPara="1" rIns="91425" wrap="square" tIns="45700">
            <a:spAutoFit/>
          </a:bodyPr>
          <a:lstStyle/>
          <a:p>
            <a:pPr indent="-342900" lvl="0" marL="342900" marR="0" rtl="0" algn="l">
              <a:lnSpc>
                <a:spcPct val="100000"/>
              </a:lnSpc>
              <a:spcBef>
                <a:spcPts val="0"/>
              </a:spcBef>
              <a:spcAft>
                <a:spcPts val="0"/>
              </a:spcAft>
              <a:buClr>
                <a:srgbClr val="0070C0"/>
              </a:buClr>
              <a:buSzPts val="1600"/>
              <a:buFont typeface="Arial"/>
              <a:buChar char="•"/>
            </a:pPr>
            <a:r>
              <a:rPr b="1" i="0" lang="en-US" sz="1600" u="none" cap="none" strike="noStrike">
                <a:solidFill>
                  <a:srgbClr val="0070C0"/>
                </a:solidFill>
                <a:latin typeface="Arial"/>
                <a:ea typeface="Arial"/>
                <a:cs typeface="Arial"/>
                <a:sym typeface="Arial"/>
              </a:rPr>
              <a:t>Why this is buildable</a:t>
            </a:r>
            <a:endParaRPr b="0" i="0" sz="2800" u="none" cap="none" strike="noStrike">
              <a:solidFill>
                <a:srgbClr val="000000"/>
              </a:solidFill>
              <a:latin typeface="Arial"/>
              <a:ea typeface="Arial"/>
              <a:cs typeface="Arial"/>
              <a:sym typeface="Arial"/>
            </a:endParaRPr>
          </a:p>
          <a:p>
            <a:pPr indent="0" lvl="0" marL="0" marR="0" rtl="0" algn="l">
              <a:spcBef>
                <a:spcPts val="250"/>
              </a:spcBef>
              <a:spcAft>
                <a:spcPts val="0"/>
              </a:spcAft>
              <a:buNone/>
            </a:pPr>
            <a:r>
              <a:rPr b="0" i="0" lang="en-US" sz="1080" u="none" cap="none" strike="noStrike">
                <a:solidFill>
                  <a:srgbClr val="1A1A1A"/>
                </a:solidFill>
                <a:latin typeface="Arial"/>
                <a:ea typeface="Arial"/>
                <a:cs typeface="Arial"/>
                <a:sym typeface="Arial"/>
              </a:rPr>
              <a:t>•  It already runs.  The dual simplex solves all Netlib LPs,</a:t>
            </a:r>
            <a:endParaRPr/>
          </a:p>
          <a:p>
            <a:pPr indent="0" lvl="0" marL="155448" marR="0" rtl="0" algn="l">
              <a:spcBef>
                <a:spcPts val="250"/>
              </a:spcBef>
              <a:spcAft>
                <a:spcPts val="0"/>
              </a:spcAft>
              <a:buNone/>
            </a:pPr>
            <a:r>
              <a:rPr b="0" i="0" lang="en-US" sz="1080" u="none" cap="none" strike="noStrike">
                <a:solidFill>
                  <a:srgbClr val="1A1A1A"/>
                </a:solidFill>
                <a:latin typeface="Arial"/>
                <a:ea typeface="Arial"/>
                <a:cs typeface="Arial"/>
                <a:sym typeface="Arial"/>
              </a:rPr>
              <a:t>branch-and-bound proves 33 MIPLIB problems optimal, and</a:t>
            </a:r>
            <a:endParaRPr/>
          </a:p>
          <a:p>
            <a:pPr indent="0" lvl="0" marL="155448" marR="0" rtl="0" algn="l">
              <a:spcBef>
                <a:spcPts val="250"/>
              </a:spcBef>
              <a:spcAft>
                <a:spcPts val="0"/>
              </a:spcAft>
              <a:buNone/>
            </a:pPr>
            <a:r>
              <a:rPr b="0" i="0" lang="en-US" sz="1080" u="none" cap="none" strike="noStrike">
                <a:solidFill>
                  <a:srgbClr val="1A1A1A"/>
                </a:solidFill>
                <a:latin typeface="Arial"/>
                <a:ea typeface="Arial"/>
                <a:cs typeface="Arial"/>
                <a:sym typeface="Arial"/>
              </a:rPr>
              <a:t>the QP interior point solves 121 of 138 Maros–Mészáros QPs.</a:t>
            </a:r>
            <a:endParaRPr/>
          </a:p>
          <a:p>
            <a:pPr indent="0" lvl="0" marL="0" marR="0" rtl="0" algn="l">
              <a:spcBef>
                <a:spcPts val="250"/>
              </a:spcBef>
              <a:spcAft>
                <a:spcPts val="0"/>
              </a:spcAft>
              <a:buNone/>
            </a:pPr>
            <a:r>
              <a:rPr b="0" i="0" lang="en-US" sz="1080" u="none" cap="none" strike="noStrike">
                <a:solidFill>
                  <a:srgbClr val="1A1A1A"/>
                </a:solidFill>
                <a:latin typeface="Arial"/>
                <a:ea typeface="Arial"/>
                <a:cs typeface="Arial"/>
                <a:sym typeface="Arial"/>
              </a:rPr>
              <a:t>•  Published mathematics.  Mehrotra, Forrest–Goldfarb,</a:t>
            </a:r>
            <a:endParaRPr/>
          </a:p>
          <a:p>
            <a:pPr indent="0" lvl="0" marL="155448" marR="0" rtl="0" algn="l">
              <a:spcBef>
                <a:spcPts val="250"/>
              </a:spcBef>
              <a:spcAft>
                <a:spcPts val="0"/>
              </a:spcAft>
              <a:buNone/>
            </a:pPr>
            <a:r>
              <a:rPr b="0" i="0" lang="en-US" sz="1080" u="none" cap="none" strike="noStrike">
                <a:solidFill>
                  <a:srgbClr val="1A1A1A"/>
                </a:solidFill>
                <a:latin typeface="Arial"/>
                <a:ea typeface="Arial"/>
                <a:cs typeface="Arial"/>
                <a:sym typeface="Arial"/>
              </a:rPr>
              <a:t>Gilbert–Peierls, PDLP: decades of documented algorithms,</a:t>
            </a:r>
            <a:endParaRPr/>
          </a:p>
          <a:p>
            <a:pPr indent="0" lvl="0" marL="155448" marR="0" rtl="0" algn="l">
              <a:spcBef>
                <a:spcPts val="250"/>
              </a:spcBef>
              <a:spcAft>
                <a:spcPts val="0"/>
              </a:spcAft>
              <a:buNone/>
            </a:pPr>
            <a:r>
              <a:rPr b="0" i="0" lang="en-US" sz="1080" u="none" cap="none" strike="noStrike">
                <a:solidFill>
                  <a:srgbClr val="1A1A1A"/>
                </a:solidFill>
                <a:latin typeface="Arial"/>
                <a:ea typeface="Arial"/>
                <a:cs typeface="Arial"/>
                <a:sym typeface="Arial"/>
              </a:rPr>
              <a:t>implemented carefully rather than invented.</a:t>
            </a:r>
            <a:endParaRPr/>
          </a:p>
          <a:p>
            <a:pPr indent="0" lvl="0" marL="0" marR="0" rtl="0" algn="l">
              <a:spcBef>
                <a:spcPts val="250"/>
              </a:spcBef>
              <a:spcAft>
                <a:spcPts val="0"/>
              </a:spcAft>
              <a:buNone/>
            </a:pPr>
            <a:r>
              <a:rPr b="0" i="0" lang="en-US" sz="1080" u="none" cap="none" strike="noStrike">
                <a:solidFill>
                  <a:srgbClr val="1A1A1A"/>
                </a:solidFill>
                <a:latin typeface="Arial"/>
                <a:ea typeface="Arial"/>
                <a:cs typeface="Arial"/>
                <a:sym typeface="Arial"/>
              </a:rPr>
              <a:t>•  Licensing is clean.  Apache-2.0; Python, Numba and CuPy</a:t>
            </a:r>
            <a:endParaRPr/>
          </a:p>
          <a:p>
            <a:pPr indent="0" lvl="0" marL="155448" marR="0" rtl="0" algn="l">
              <a:spcBef>
                <a:spcPts val="250"/>
              </a:spcBef>
              <a:spcAft>
                <a:spcPts val="0"/>
              </a:spcAft>
              <a:buNone/>
            </a:pPr>
            <a:r>
              <a:rPr b="0" i="0" lang="en-US" sz="1080" u="none" cap="none" strike="noStrike">
                <a:solidFill>
                  <a:srgbClr val="1A1A1A"/>
                </a:solidFill>
                <a:latin typeface="Arial"/>
                <a:ea typeface="Arial"/>
                <a:cs typeface="Arial"/>
                <a:sym typeface="Arial"/>
              </a:rPr>
              <a:t>only — a PSU can deploy it without procurement friction.</a:t>
            </a:r>
            <a:endParaRPr/>
          </a:p>
          <a:p>
            <a:pPr indent="0" lvl="0" marL="0" marR="0" rtl="0" algn="l">
              <a:spcBef>
                <a:spcPts val="250"/>
              </a:spcBef>
              <a:spcAft>
                <a:spcPts val="0"/>
              </a:spcAft>
              <a:buNone/>
            </a:pPr>
            <a:r>
              <a:rPr b="0" i="0" lang="en-US" sz="1080" u="none" cap="none" strike="noStrike">
                <a:solidFill>
                  <a:srgbClr val="1A1A1A"/>
                </a:solidFill>
                <a:latin typeface="Arial"/>
                <a:ea typeface="Arial"/>
                <a:cs typeface="Arial"/>
                <a:sym typeface="Arial"/>
              </a:rPr>
              <a:t>•  Honest benchmarks.  One script re-solves every instance</a:t>
            </a:r>
            <a:endParaRPr/>
          </a:p>
          <a:p>
            <a:pPr indent="0" lvl="0" marL="155448" marR="0" rtl="0" algn="l">
              <a:spcBef>
                <a:spcPts val="250"/>
              </a:spcBef>
              <a:spcAft>
                <a:spcPts val="0"/>
              </a:spcAft>
              <a:buNone/>
            </a:pPr>
            <a:r>
              <a:rPr b="0" i="0" lang="en-US" sz="1080" u="none" cap="none" strike="noStrike">
                <a:solidFill>
                  <a:srgbClr val="1A1A1A"/>
                </a:solidFill>
                <a:latin typeface="Arial"/>
                <a:ea typeface="Arial"/>
                <a:cs typeface="Arial"/>
                <a:sym typeface="Arial"/>
              </a:rPr>
              <a:t>with HiGHS or Clarabel and logs errors and residuals.</a:t>
            </a:r>
            <a:endParaRPr/>
          </a:p>
          <a:p>
            <a:pPr indent="0" lvl="0" marL="0" marR="0" rtl="0" algn="l">
              <a:spcBef>
                <a:spcPts val="250"/>
              </a:spcBef>
              <a:spcAft>
                <a:spcPts val="0"/>
              </a:spcAft>
              <a:buNone/>
            </a:pPr>
            <a:r>
              <a:rPr b="0" i="0" lang="en-US" sz="1080" u="none" cap="none" strike="noStrike">
                <a:solidFill>
                  <a:srgbClr val="1A1A1A"/>
                </a:solidFill>
                <a:latin typeface="Arial"/>
                <a:ea typeface="Arial"/>
                <a:cs typeface="Arial"/>
                <a:sym typeface="Arial"/>
              </a:rPr>
              <a:t>•  Team fit.  Python, systems and GPU skills map directly</a:t>
            </a:r>
            <a:endParaRPr/>
          </a:p>
          <a:p>
            <a:pPr indent="0" lvl="0" marL="155448" marR="0" rtl="0" algn="l">
              <a:spcBef>
                <a:spcPts val="250"/>
              </a:spcBef>
              <a:spcAft>
                <a:spcPts val="0"/>
              </a:spcAft>
              <a:buNone/>
            </a:pPr>
            <a:r>
              <a:rPr b="0" i="0" lang="en-US" sz="1080" u="none" cap="none" strike="noStrike">
                <a:solidFill>
                  <a:srgbClr val="1A1A1A"/>
                </a:solidFill>
                <a:latin typeface="Arial"/>
                <a:ea typeface="Arial"/>
                <a:cs typeface="Arial"/>
                <a:sym typeface="Arial"/>
              </a:rPr>
              <a:t>onto the kernel and benchmark work.</a:t>
            </a:r>
            <a:endParaRPr/>
          </a:p>
        </p:txBody>
      </p:sp>
      <p:sp>
        <p:nvSpPr>
          <p:cNvPr id="152" name="Google Shape;152;p16"/>
          <p:cNvSpPr txBox="1"/>
          <p:nvPr>
            <p:ph idx="12" type="sldNum"/>
          </p:nvPr>
        </p:nvSpPr>
        <p:spPr>
          <a:xfrm>
            <a:off x="8737600" y="6356353"/>
            <a:ext cx="2844800" cy="365125"/>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FFFFFF"/>
              </a:buClr>
              <a:buSzPts val="1200"/>
              <a:buFont typeface="Oswald"/>
              <a:buNone/>
            </a:pPr>
            <a:fld id="{00000000-1234-1234-1234-123412341234}" type="slidenum">
              <a:rPr b="1" i="0" lang="en-US" sz="1200" u="none" cap="none" strike="noStrike">
                <a:solidFill>
                  <a:srgbClr val="FFFFFF"/>
                </a:solidFill>
                <a:latin typeface="Oswald"/>
                <a:ea typeface="Oswald"/>
                <a:cs typeface="Oswald"/>
                <a:sym typeface="Oswald"/>
              </a:rPr>
              <a:t>‹#›</a:t>
            </a:fld>
            <a:endParaRPr b="1" i="0" sz="1200" u="none" cap="none" strike="noStrike">
              <a:solidFill>
                <a:srgbClr val="FFFFFF"/>
              </a:solidFill>
              <a:latin typeface="Oswald"/>
              <a:ea typeface="Oswald"/>
              <a:cs typeface="Oswald"/>
              <a:sym typeface="Oswald"/>
            </a:endParaRPr>
          </a:p>
        </p:txBody>
      </p:sp>
      <p:sp>
        <p:nvSpPr>
          <p:cNvPr descr="Your startup LOGO" id="153" name="Google Shape;153;p16"/>
          <p:cNvSpPr/>
          <p:nvPr/>
        </p:nvSpPr>
        <p:spPr>
          <a:xfrm>
            <a:off x="329773" y="252246"/>
            <a:ext cx="1251857" cy="807334"/>
          </a:xfrm>
          <a:prstGeom prst="ellipse">
            <a:avLst/>
          </a:prstGeom>
          <a:solidFill>
            <a:schemeClr val="lt1"/>
          </a:solidFill>
          <a:ln cap="flat" cmpd="sng" w="25400">
            <a:solidFill>
              <a:schemeClr val="accent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US" sz="1000" u="none" cap="none" strike="noStrike">
                <a:solidFill>
                  <a:srgbClr val="FFFFFF"/>
                </a:solidFill>
                <a:latin typeface="Arial"/>
                <a:ea typeface="Arial"/>
                <a:cs typeface="Arial"/>
                <a:sym typeface="Arial"/>
              </a:rPr>
              <a:t>ZeroCloud</a:t>
            </a:r>
            <a:endParaRPr b="0" i="0" sz="1800" u="none" cap="none" strike="noStrike">
              <a:solidFill>
                <a:schemeClr val="dk1"/>
              </a:solidFill>
              <a:latin typeface="Calibri"/>
              <a:ea typeface="Calibri"/>
              <a:cs typeface="Calibri"/>
              <a:sym typeface="Calibri"/>
            </a:endParaRPr>
          </a:p>
        </p:txBody>
      </p:sp>
      <p:pic>
        <p:nvPicPr>
          <p:cNvPr id="154" name="Google Shape;154;p16"/>
          <p:cNvPicPr preferRelativeResize="0"/>
          <p:nvPr/>
        </p:nvPicPr>
        <p:blipFill rotWithShape="1">
          <a:blip r:embed="rId3">
            <a:alphaModFix/>
          </a:blip>
          <a:srcRect b="0" l="0" r="0" t="0"/>
          <a:stretch/>
        </p:blipFill>
        <p:spPr>
          <a:xfrm>
            <a:off x="9780086" y="1500"/>
            <a:ext cx="2249850" cy="1062337"/>
          </a:xfrm>
          <a:prstGeom prst="rect">
            <a:avLst/>
          </a:prstGeom>
          <a:noFill/>
          <a:ln>
            <a:noFill/>
          </a:ln>
        </p:spPr>
      </p:pic>
      <p:sp>
        <p:nvSpPr>
          <p:cNvPr id="155" name="Google Shape;155;p16"/>
          <p:cNvSpPr/>
          <p:nvPr/>
        </p:nvSpPr>
        <p:spPr>
          <a:xfrm>
            <a:off x="411480" y="3913632"/>
            <a:ext cx="5577840" cy="365760"/>
          </a:xfrm>
          <a:prstGeom prst="roundRect">
            <a:avLst>
              <a:gd fmla="val 10000" name="adj"/>
            </a:avLst>
          </a:prstGeom>
          <a:solidFill>
            <a:srgbClr val="1F497D"/>
          </a:solidFill>
          <a:ln>
            <a:noFill/>
          </a:ln>
        </p:spPr>
        <p:txBody>
          <a:bodyPr anchorCtr="0" anchor="ctr" bIns="27425" lIns="45700" spcFirstLastPara="1" rIns="45700" wrap="square" tIns="27425">
            <a:noAutofit/>
          </a:bodyPr>
          <a:lstStyle/>
          <a:p>
            <a:pPr indent="0" lvl="0" marL="0" marR="0" rtl="0" algn="ctr">
              <a:spcBef>
                <a:spcPts val="0"/>
              </a:spcBef>
              <a:spcAft>
                <a:spcPts val="0"/>
              </a:spcAft>
              <a:buNone/>
            </a:pPr>
            <a:r>
              <a:rPr b="1" i="0" lang="en-US" sz="1150" u="none" cap="none" strike="noStrike">
                <a:solidFill>
                  <a:srgbClr val="FFFFFF"/>
                </a:solidFill>
                <a:latin typeface="Arial"/>
                <a:ea typeface="Arial"/>
                <a:cs typeface="Arial"/>
                <a:sym typeface="Arial"/>
              </a:rPr>
              <a:t>Roadmap to the finale</a:t>
            </a:r>
            <a:endParaRPr/>
          </a:p>
        </p:txBody>
      </p:sp>
      <p:sp>
        <p:nvSpPr>
          <p:cNvPr id="156" name="Google Shape;156;p16"/>
          <p:cNvSpPr/>
          <p:nvPr/>
        </p:nvSpPr>
        <p:spPr>
          <a:xfrm>
            <a:off x="411480" y="4315968"/>
            <a:ext cx="5577840" cy="384048"/>
          </a:xfrm>
          <a:prstGeom prst="roundRect">
            <a:avLst>
              <a:gd fmla="val 10000" name="adj"/>
            </a:avLst>
          </a:prstGeom>
          <a:solidFill>
            <a:srgbClr val="FFFFFF"/>
          </a:solidFill>
          <a:ln cap="flat" cmpd="sng" w="11425">
            <a:solidFill>
              <a:srgbClr val="D5DFEA"/>
            </a:solidFill>
            <a:prstDash val="solid"/>
            <a:round/>
            <a:headEnd len="sm" w="sm" type="none"/>
            <a:tailEnd len="sm" w="sm" type="none"/>
          </a:ln>
        </p:spPr>
        <p:txBody>
          <a:bodyPr anchorCtr="0" anchor="ctr" bIns="18275" lIns="109725" spcFirstLastPara="1" rIns="91425" wrap="square" tIns="18275">
            <a:noAutofit/>
          </a:bodyPr>
          <a:lstStyle/>
          <a:p>
            <a:pPr indent="0" lvl="0" marL="0" marR="0" rtl="0" algn="l">
              <a:spcBef>
                <a:spcPts val="0"/>
              </a:spcBef>
              <a:spcAft>
                <a:spcPts val="0"/>
              </a:spcAft>
              <a:buNone/>
            </a:pPr>
            <a:r>
              <a:rPr b="1" i="0" lang="en-US" sz="1000" u="none" cap="none" strike="noStrike">
                <a:solidFill>
                  <a:srgbClr val="0070C0"/>
                </a:solidFill>
                <a:latin typeface="Arial"/>
                <a:ea typeface="Arial"/>
                <a:cs typeface="Arial"/>
                <a:sym typeface="Arial"/>
              </a:rPr>
              <a:t>Wk 1-2</a:t>
            </a:r>
            <a:r>
              <a:rPr b="0" i="0" lang="en-US" sz="1000" u="none" cap="none" strike="noStrike">
                <a:solidFill>
                  <a:srgbClr val="1A1A1A"/>
                </a:solidFill>
                <a:latin typeface="Arial"/>
                <a:ea typeface="Arial"/>
                <a:cs typeface="Arial"/>
                <a:sym typeface="Arial"/>
              </a:rPr>
              <a:t xml:space="preserve">   Hyper-sparse FTRAN/BTRAN; Markowitz LU for the bump</a:t>
            </a:r>
            <a:endParaRPr/>
          </a:p>
        </p:txBody>
      </p:sp>
      <p:sp>
        <p:nvSpPr>
          <p:cNvPr id="157" name="Google Shape;157;p16"/>
          <p:cNvSpPr/>
          <p:nvPr/>
        </p:nvSpPr>
        <p:spPr>
          <a:xfrm>
            <a:off x="411480" y="4704588"/>
            <a:ext cx="5577840" cy="384048"/>
          </a:xfrm>
          <a:prstGeom prst="roundRect">
            <a:avLst>
              <a:gd fmla="val 10000" name="adj"/>
            </a:avLst>
          </a:prstGeom>
          <a:solidFill>
            <a:srgbClr val="FFFFFF"/>
          </a:solidFill>
          <a:ln cap="flat" cmpd="sng" w="11425">
            <a:solidFill>
              <a:srgbClr val="D5DFEA"/>
            </a:solidFill>
            <a:prstDash val="solid"/>
            <a:round/>
            <a:headEnd len="sm" w="sm" type="none"/>
            <a:tailEnd len="sm" w="sm" type="none"/>
          </a:ln>
        </p:spPr>
        <p:txBody>
          <a:bodyPr anchorCtr="0" anchor="ctr" bIns="18275" lIns="109725" spcFirstLastPara="1" rIns="91425" wrap="square" tIns="18275">
            <a:noAutofit/>
          </a:bodyPr>
          <a:lstStyle/>
          <a:p>
            <a:pPr indent="0" lvl="0" marL="0" marR="0" rtl="0" algn="l">
              <a:spcBef>
                <a:spcPts val="0"/>
              </a:spcBef>
              <a:spcAft>
                <a:spcPts val="0"/>
              </a:spcAft>
              <a:buNone/>
            </a:pPr>
            <a:r>
              <a:rPr b="1" i="0" lang="en-US" sz="1000" u="none" cap="none" strike="noStrike">
                <a:solidFill>
                  <a:srgbClr val="0070C0"/>
                </a:solidFill>
                <a:latin typeface="Arial"/>
                <a:ea typeface="Arial"/>
                <a:cs typeface="Arial"/>
                <a:sym typeface="Arial"/>
              </a:rPr>
              <a:t>Wk 3-4</a:t>
            </a:r>
            <a:r>
              <a:rPr b="0" i="0" lang="en-US" sz="1000" u="none" cap="none" strike="noStrike">
                <a:solidFill>
                  <a:srgbClr val="1A1A1A"/>
                </a:solidFill>
                <a:latin typeface="Arial"/>
                <a:ea typeface="Arial"/>
                <a:cs typeface="Arial"/>
                <a:sym typeface="Arial"/>
              </a:rPr>
              <a:t xml:space="preserve">   Forrest–Tomlin update; faster presolve (compiled)</a:t>
            </a:r>
            <a:endParaRPr/>
          </a:p>
        </p:txBody>
      </p:sp>
      <p:sp>
        <p:nvSpPr>
          <p:cNvPr id="158" name="Google Shape;158;p16"/>
          <p:cNvSpPr/>
          <p:nvPr/>
        </p:nvSpPr>
        <p:spPr>
          <a:xfrm>
            <a:off x="411480" y="5093207"/>
            <a:ext cx="5577840" cy="384048"/>
          </a:xfrm>
          <a:prstGeom prst="roundRect">
            <a:avLst>
              <a:gd fmla="val 10000" name="adj"/>
            </a:avLst>
          </a:prstGeom>
          <a:solidFill>
            <a:srgbClr val="FFFFFF"/>
          </a:solidFill>
          <a:ln cap="flat" cmpd="sng" w="11425">
            <a:solidFill>
              <a:srgbClr val="D5DFEA"/>
            </a:solidFill>
            <a:prstDash val="solid"/>
            <a:round/>
            <a:headEnd len="sm" w="sm" type="none"/>
            <a:tailEnd len="sm" w="sm" type="none"/>
          </a:ln>
        </p:spPr>
        <p:txBody>
          <a:bodyPr anchorCtr="0" anchor="ctr" bIns="18275" lIns="109725" spcFirstLastPara="1" rIns="91425" wrap="square" tIns="18275">
            <a:noAutofit/>
          </a:bodyPr>
          <a:lstStyle/>
          <a:p>
            <a:pPr indent="0" lvl="0" marL="0" marR="0" rtl="0" algn="l">
              <a:spcBef>
                <a:spcPts val="0"/>
              </a:spcBef>
              <a:spcAft>
                <a:spcPts val="0"/>
              </a:spcAft>
              <a:buNone/>
            </a:pPr>
            <a:r>
              <a:rPr b="1" i="0" lang="en-US" sz="1000" u="none" cap="none" strike="noStrike">
                <a:solidFill>
                  <a:srgbClr val="0070C0"/>
                </a:solidFill>
                <a:latin typeface="Arial"/>
                <a:ea typeface="Arial"/>
                <a:cs typeface="Arial"/>
                <a:sym typeface="Arial"/>
              </a:rPr>
              <a:t>Wk 5-6</a:t>
            </a:r>
            <a:r>
              <a:rPr b="0" i="0" lang="en-US" sz="1000" u="none" cap="none" strike="noStrike">
                <a:solidFill>
                  <a:srgbClr val="1A1A1A"/>
                </a:solidFill>
                <a:latin typeface="Arial"/>
                <a:ea typeface="Arial"/>
                <a:cs typeface="Arial"/>
                <a:sym typeface="Arial"/>
              </a:rPr>
              <a:t xml:space="preserve">   MIR, cover and clique cuts; RINS/RENS heuristics</a:t>
            </a:r>
            <a:endParaRPr/>
          </a:p>
        </p:txBody>
      </p:sp>
      <p:sp>
        <p:nvSpPr>
          <p:cNvPr id="159" name="Google Shape;159;p16"/>
          <p:cNvSpPr/>
          <p:nvPr/>
        </p:nvSpPr>
        <p:spPr>
          <a:xfrm>
            <a:off x="411480" y="5481827"/>
            <a:ext cx="5577840" cy="384048"/>
          </a:xfrm>
          <a:prstGeom prst="roundRect">
            <a:avLst>
              <a:gd fmla="val 10000" name="adj"/>
            </a:avLst>
          </a:prstGeom>
          <a:solidFill>
            <a:srgbClr val="FFFFFF"/>
          </a:solidFill>
          <a:ln cap="flat" cmpd="sng" w="11425">
            <a:solidFill>
              <a:srgbClr val="D5DFEA"/>
            </a:solidFill>
            <a:prstDash val="solid"/>
            <a:round/>
            <a:headEnd len="sm" w="sm" type="none"/>
            <a:tailEnd len="sm" w="sm" type="none"/>
          </a:ln>
        </p:spPr>
        <p:txBody>
          <a:bodyPr anchorCtr="0" anchor="ctr" bIns="18275" lIns="109725" spcFirstLastPara="1" rIns="91425" wrap="square" tIns="18275">
            <a:noAutofit/>
          </a:bodyPr>
          <a:lstStyle/>
          <a:p>
            <a:pPr indent="0" lvl="0" marL="0" marR="0" rtl="0" algn="l">
              <a:spcBef>
                <a:spcPts val="0"/>
              </a:spcBef>
              <a:spcAft>
                <a:spcPts val="0"/>
              </a:spcAft>
              <a:buNone/>
            </a:pPr>
            <a:r>
              <a:rPr b="1" i="0" lang="en-US" sz="1000" u="none" cap="none" strike="noStrike">
                <a:solidFill>
                  <a:srgbClr val="0070C0"/>
                </a:solidFill>
                <a:latin typeface="Arial"/>
                <a:ea typeface="Arial"/>
                <a:cs typeface="Arial"/>
                <a:sym typeface="Arial"/>
              </a:rPr>
              <a:t>Wk 7-8</a:t>
            </a:r>
            <a:r>
              <a:rPr b="0" i="0" lang="en-US" sz="1000" u="none" cap="none" strike="noStrike">
                <a:solidFill>
                  <a:srgbClr val="1A1A1A"/>
                </a:solidFill>
                <a:latin typeface="Arial"/>
                <a:ea typeface="Arial"/>
                <a:cs typeface="Arial"/>
                <a:sym typeface="Arial"/>
              </a:rPr>
              <a:t xml:space="preserve">   Interior-point crossover; QP presolve</a:t>
            </a:r>
            <a:endParaRPr/>
          </a:p>
        </p:txBody>
      </p:sp>
      <p:sp>
        <p:nvSpPr>
          <p:cNvPr id="160" name="Google Shape;160;p16"/>
          <p:cNvSpPr/>
          <p:nvPr/>
        </p:nvSpPr>
        <p:spPr>
          <a:xfrm>
            <a:off x="411480" y="5870447"/>
            <a:ext cx="5577840" cy="384048"/>
          </a:xfrm>
          <a:prstGeom prst="roundRect">
            <a:avLst>
              <a:gd fmla="val 10000" name="adj"/>
            </a:avLst>
          </a:prstGeom>
          <a:solidFill>
            <a:srgbClr val="FFFFFF"/>
          </a:solidFill>
          <a:ln cap="flat" cmpd="sng" w="11425">
            <a:solidFill>
              <a:srgbClr val="D5DFEA"/>
            </a:solidFill>
            <a:prstDash val="solid"/>
            <a:round/>
            <a:headEnd len="sm" w="sm" type="none"/>
            <a:tailEnd len="sm" w="sm" type="none"/>
          </a:ln>
        </p:spPr>
        <p:txBody>
          <a:bodyPr anchorCtr="0" anchor="ctr" bIns="18275" lIns="109725" spcFirstLastPara="1" rIns="91425" wrap="square" tIns="18275">
            <a:noAutofit/>
          </a:bodyPr>
          <a:lstStyle/>
          <a:p>
            <a:pPr indent="0" lvl="0" marL="0" marR="0" rtl="0" algn="l">
              <a:spcBef>
                <a:spcPts val="0"/>
              </a:spcBef>
              <a:spcAft>
                <a:spcPts val="0"/>
              </a:spcAft>
              <a:buNone/>
            </a:pPr>
            <a:r>
              <a:rPr b="1" i="0" lang="en-US" sz="1000" u="none" cap="none" strike="noStrike">
                <a:solidFill>
                  <a:srgbClr val="0070C0"/>
                </a:solidFill>
                <a:latin typeface="Arial"/>
                <a:ea typeface="Arial"/>
                <a:cs typeface="Arial"/>
                <a:sym typeface="Arial"/>
              </a:rPr>
              <a:t>Finale</a:t>
            </a:r>
            <a:r>
              <a:rPr b="0" i="0" lang="en-US" sz="1000" u="none" cap="none" strike="noStrike">
                <a:solidFill>
                  <a:srgbClr val="1A1A1A"/>
                </a:solidFill>
                <a:latin typeface="Arial"/>
                <a:ea typeface="Arial"/>
                <a:cs typeface="Arial"/>
                <a:sym typeface="Arial"/>
              </a:rPr>
              <a:t xml:space="preserve">   MRPL-style model solved live, verified against HiGHS</a:t>
            </a:r>
            <a:endParaRPr/>
          </a:p>
        </p:txBody>
      </p:sp>
      <p:sp>
        <p:nvSpPr>
          <p:cNvPr id="161" name="Google Shape;161;p16"/>
          <p:cNvSpPr/>
          <p:nvPr/>
        </p:nvSpPr>
        <p:spPr>
          <a:xfrm>
            <a:off x="6263640" y="1051560"/>
            <a:ext cx="5532120" cy="384048"/>
          </a:xfrm>
          <a:prstGeom prst="roundRect">
            <a:avLst>
              <a:gd fmla="val 10000" name="adj"/>
            </a:avLst>
          </a:prstGeom>
          <a:solidFill>
            <a:srgbClr val="0070C0"/>
          </a:solidFill>
          <a:ln>
            <a:noFill/>
          </a:ln>
        </p:spPr>
        <p:txBody>
          <a:bodyPr anchorCtr="0" anchor="ctr" bIns="27425" lIns="45700" spcFirstLastPara="1" rIns="45700" wrap="square" tIns="27425">
            <a:noAutofit/>
          </a:bodyPr>
          <a:lstStyle/>
          <a:p>
            <a:pPr indent="0" lvl="0" marL="0" marR="0" rtl="0" algn="ctr">
              <a:spcBef>
                <a:spcPts val="0"/>
              </a:spcBef>
              <a:spcAft>
                <a:spcPts val="0"/>
              </a:spcAft>
              <a:buNone/>
            </a:pPr>
            <a:r>
              <a:rPr b="1" i="0" lang="en-US" sz="1250" u="none" cap="none" strike="noStrike">
                <a:solidFill>
                  <a:srgbClr val="FFFFFF"/>
                </a:solidFill>
                <a:latin typeface="Arial"/>
                <a:ea typeface="Arial"/>
                <a:cs typeface="Arial"/>
                <a:sym typeface="Arial"/>
              </a:rPr>
              <a:t>Risks and how we retire them</a:t>
            </a:r>
            <a:endParaRPr/>
          </a:p>
        </p:txBody>
      </p:sp>
      <p:sp>
        <p:nvSpPr>
          <p:cNvPr id="162" name="Google Shape;162;p16"/>
          <p:cNvSpPr/>
          <p:nvPr/>
        </p:nvSpPr>
        <p:spPr>
          <a:xfrm>
            <a:off x="6263640" y="1517904"/>
            <a:ext cx="5532120" cy="722376"/>
          </a:xfrm>
          <a:prstGeom prst="roundRect">
            <a:avLst>
              <a:gd fmla="val 10000" name="adj"/>
            </a:avLst>
          </a:prstGeom>
          <a:solidFill>
            <a:srgbClr val="FAFBFD"/>
          </a:solidFill>
          <a:ln cap="flat" cmpd="sng" w="11425">
            <a:solidFill>
              <a:srgbClr val="D5DFEA"/>
            </a:solidFill>
            <a:prstDash val="solid"/>
            <a:round/>
            <a:headEnd len="sm" w="sm" type="none"/>
            <a:tailEnd len="sm" w="sm" type="none"/>
          </a:ln>
        </p:spPr>
        <p:txBody>
          <a:bodyPr anchorCtr="0" anchor="ctr" bIns="45700" lIns="128000" spcFirstLastPara="1" rIns="109725" wrap="square" tIns="64000">
            <a:noAutofit/>
          </a:bodyPr>
          <a:lstStyle/>
          <a:p>
            <a:pPr indent="0" lvl="0" marL="0" marR="0" rtl="0" algn="l">
              <a:spcBef>
                <a:spcPts val="0"/>
              </a:spcBef>
              <a:spcAft>
                <a:spcPts val="0"/>
              </a:spcAft>
              <a:buNone/>
            </a:pPr>
            <a:r>
              <a:rPr b="1" i="0" lang="en-US" sz="1050" u="none" cap="none" strike="noStrike">
                <a:solidFill>
                  <a:srgbClr val="C0504D"/>
                </a:solidFill>
                <a:latin typeface="Arial"/>
                <a:ea typeface="Arial"/>
                <a:cs typeface="Arial"/>
                <a:sym typeface="Arial"/>
              </a:rPr>
              <a:t>Slower than CPLEX / HiGHS today</a:t>
            </a:r>
            <a:endParaRPr/>
          </a:p>
          <a:p>
            <a:pPr indent="0" lvl="0" marL="0" marR="0" rtl="0" algn="l">
              <a:spcBef>
                <a:spcPts val="0"/>
              </a:spcBef>
              <a:spcAft>
                <a:spcPts val="0"/>
              </a:spcAft>
              <a:buNone/>
            </a:pPr>
            <a:r>
              <a:rPr b="0" i="0" lang="en-US" sz="950" u="none" cap="none" strike="noStrike">
                <a:solidFill>
                  <a:srgbClr val="1A1A1A"/>
                </a:solidFill>
                <a:latin typeface="Arial"/>
                <a:ea typeface="Arial"/>
                <a:cs typeface="Arial"/>
                <a:sym typeface="Arial"/>
              </a:rPr>
              <a:t>Simplex loop now compiled; hyper-sparse solves and Markowitz LU next</a:t>
            </a:r>
            <a:endParaRPr/>
          </a:p>
        </p:txBody>
      </p:sp>
      <p:sp>
        <p:nvSpPr>
          <p:cNvPr id="163" name="Google Shape;163;p16"/>
          <p:cNvSpPr/>
          <p:nvPr/>
        </p:nvSpPr>
        <p:spPr>
          <a:xfrm>
            <a:off x="6263640" y="2290572"/>
            <a:ext cx="5532120" cy="722376"/>
          </a:xfrm>
          <a:prstGeom prst="roundRect">
            <a:avLst>
              <a:gd fmla="val 10000" name="adj"/>
            </a:avLst>
          </a:prstGeom>
          <a:solidFill>
            <a:srgbClr val="FAFBFD"/>
          </a:solidFill>
          <a:ln cap="flat" cmpd="sng" w="11425">
            <a:solidFill>
              <a:srgbClr val="D5DFEA"/>
            </a:solidFill>
            <a:prstDash val="solid"/>
            <a:round/>
            <a:headEnd len="sm" w="sm" type="none"/>
            <a:tailEnd len="sm" w="sm" type="none"/>
          </a:ln>
        </p:spPr>
        <p:txBody>
          <a:bodyPr anchorCtr="0" anchor="ctr" bIns="45700" lIns="128000" spcFirstLastPara="1" rIns="109725" wrap="square" tIns="64000">
            <a:noAutofit/>
          </a:bodyPr>
          <a:lstStyle/>
          <a:p>
            <a:pPr indent="0" lvl="0" marL="0" marR="0" rtl="0" algn="l">
              <a:spcBef>
                <a:spcPts val="0"/>
              </a:spcBef>
              <a:spcAft>
                <a:spcPts val="0"/>
              </a:spcAft>
              <a:buNone/>
            </a:pPr>
            <a:r>
              <a:rPr b="1" i="0" lang="en-US" sz="1050" u="none" cap="none" strike="noStrike">
                <a:solidFill>
                  <a:srgbClr val="C0504D"/>
                </a:solidFill>
                <a:latin typeface="Arial"/>
                <a:ea typeface="Arial"/>
                <a:cs typeface="Arial"/>
                <a:sym typeface="Arial"/>
              </a:rPr>
              <a:t>Hard MIPLIB instances time out</a:t>
            </a:r>
            <a:endParaRPr/>
          </a:p>
          <a:p>
            <a:pPr indent="0" lvl="0" marL="0" marR="0" rtl="0" algn="l">
              <a:spcBef>
                <a:spcPts val="0"/>
              </a:spcBef>
              <a:spcAft>
                <a:spcPts val="0"/>
              </a:spcAft>
              <a:buNone/>
            </a:pPr>
            <a:r>
              <a:rPr b="0" i="0" lang="en-US" sz="950" u="none" cap="none" strike="noStrike">
                <a:solidFill>
                  <a:srgbClr val="1A1A1A"/>
                </a:solidFill>
                <a:latin typeface="Arial"/>
                <a:ea typeface="Arial"/>
                <a:cs typeface="Arial"/>
                <a:sym typeface="Arial"/>
              </a:rPr>
              <a:t>Report the proven gap honestly; add cut families and heuristics</a:t>
            </a:r>
            <a:endParaRPr/>
          </a:p>
        </p:txBody>
      </p:sp>
      <p:sp>
        <p:nvSpPr>
          <p:cNvPr id="164" name="Google Shape;164;p16"/>
          <p:cNvSpPr/>
          <p:nvPr/>
        </p:nvSpPr>
        <p:spPr>
          <a:xfrm>
            <a:off x="6263640" y="3063239"/>
            <a:ext cx="5532120" cy="722376"/>
          </a:xfrm>
          <a:prstGeom prst="roundRect">
            <a:avLst>
              <a:gd fmla="val 10000" name="adj"/>
            </a:avLst>
          </a:prstGeom>
          <a:solidFill>
            <a:srgbClr val="FAFBFD"/>
          </a:solidFill>
          <a:ln cap="flat" cmpd="sng" w="11425">
            <a:solidFill>
              <a:srgbClr val="D5DFEA"/>
            </a:solidFill>
            <a:prstDash val="solid"/>
            <a:round/>
            <a:headEnd len="sm" w="sm" type="none"/>
            <a:tailEnd len="sm" w="sm" type="none"/>
          </a:ln>
        </p:spPr>
        <p:txBody>
          <a:bodyPr anchorCtr="0" anchor="ctr" bIns="45700" lIns="128000" spcFirstLastPara="1" rIns="109725" wrap="square" tIns="64000">
            <a:noAutofit/>
          </a:bodyPr>
          <a:lstStyle/>
          <a:p>
            <a:pPr indent="0" lvl="0" marL="0" marR="0" rtl="0" algn="l">
              <a:spcBef>
                <a:spcPts val="0"/>
              </a:spcBef>
              <a:spcAft>
                <a:spcPts val="0"/>
              </a:spcAft>
              <a:buNone/>
            </a:pPr>
            <a:r>
              <a:rPr b="1" i="0" lang="en-US" sz="1050" u="none" cap="none" strike="noStrike">
                <a:solidFill>
                  <a:srgbClr val="C0504D"/>
                </a:solidFill>
                <a:latin typeface="Arial"/>
                <a:ea typeface="Arial"/>
                <a:cs typeface="Arial"/>
                <a:sym typeface="Arial"/>
              </a:rPr>
              <a:t>Numerical breakdown on bad models</a:t>
            </a:r>
            <a:endParaRPr/>
          </a:p>
          <a:p>
            <a:pPr indent="0" lvl="0" marL="0" marR="0" rtl="0" algn="l">
              <a:spcBef>
                <a:spcPts val="0"/>
              </a:spcBef>
              <a:spcAft>
                <a:spcPts val="0"/>
              </a:spcAft>
              <a:buNone/>
            </a:pPr>
            <a:r>
              <a:rPr b="0" i="0" lang="en-US" sz="950" u="none" cap="none" strike="noStrike">
                <a:solidFill>
                  <a:srgbClr val="1A1A1A"/>
                </a:solidFill>
                <a:latin typeface="Arial"/>
                <a:ea typeface="Arial"/>
                <a:cs typeface="Arial"/>
                <a:sym typeface="Arial"/>
              </a:rPr>
              <a:t>Three engines back each other up; scaling, perturbation, basis repair</a:t>
            </a:r>
            <a:endParaRPr/>
          </a:p>
        </p:txBody>
      </p:sp>
      <p:sp>
        <p:nvSpPr>
          <p:cNvPr id="165" name="Google Shape;165;p16"/>
          <p:cNvSpPr/>
          <p:nvPr/>
        </p:nvSpPr>
        <p:spPr>
          <a:xfrm>
            <a:off x="6263640" y="3835907"/>
            <a:ext cx="5532120" cy="722376"/>
          </a:xfrm>
          <a:prstGeom prst="roundRect">
            <a:avLst>
              <a:gd fmla="val 10000" name="adj"/>
            </a:avLst>
          </a:prstGeom>
          <a:solidFill>
            <a:srgbClr val="FAFBFD"/>
          </a:solidFill>
          <a:ln cap="flat" cmpd="sng" w="11425">
            <a:solidFill>
              <a:srgbClr val="D5DFEA"/>
            </a:solidFill>
            <a:prstDash val="solid"/>
            <a:round/>
            <a:headEnd len="sm" w="sm" type="none"/>
            <a:tailEnd len="sm" w="sm" type="none"/>
          </a:ln>
        </p:spPr>
        <p:txBody>
          <a:bodyPr anchorCtr="0" anchor="ctr" bIns="45700" lIns="128000" spcFirstLastPara="1" rIns="109725" wrap="square" tIns="64000">
            <a:noAutofit/>
          </a:bodyPr>
          <a:lstStyle/>
          <a:p>
            <a:pPr indent="0" lvl="0" marL="0" marR="0" rtl="0" algn="l">
              <a:spcBef>
                <a:spcPts val="0"/>
              </a:spcBef>
              <a:spcAft>
                <a:spcPts val="0"/>
              </a:spcAft>
              <a:buNone/>
            </a:pPr>
            <a:r>
              <a:rPr b="1" i="0" lang="en-US" sz="1050" u="none" cap="none" strike="noStrike">
                <a:solidFill>
                  <a:srgbClr val="C0504D"/>
                </a:solidFill>
                <a:latin typeface="Arial"/>
                <a:ea typeface="Arial"/>
                <a:cs typeface="Arial"/>
                <a:sym typeface="Arial"/>
              </a:rPr>
              <a:t>Jury doubts it is really from scratch</a:t>
            </a:r>
            <a:endParaRPr/>
          </a:p>
          <a:p>
            <a:pPr indent="0" lvl="0" marL="0" marR="0" rtl="0" algn="l">
              <a:spcBef>
                <a:spcPts val="0"/>
              </a:spcBef>
              <a:spcAft>
                <a:spcPts val="0"/>
              </a:spcAft>
              <a:buNone/>
            </a:pPr>
            <a:r>
              <a:rPr b="0" i="0" lang="en-US" sz="950" u="none" cap="none" strike="noStrike">
                <a:solidFill>
                  <a:srgbClr val="1A1A1A"/>
                </a:solidFill>
                <a:latin typeface="Arial"/>
                <a:ea typeface="Arial"/>
                <a:cs typeface="Arial"/>
                <a:sym typeface="Arial"/>
              </a:rPr>
              <a:t>No solver import in the package; open the LU or simplex kernel live</a:t>
            </a:r>
            <a:endParaRPr/>
          </a:p>
        </p:txBody>
      </p:sp>
      <p:sp>
        <p:nvSpPr>
          <p:cNvPr id="166" name="Google Shape;166;p16"/>
          <p:cNvSpPr/>
          <p:nvPr/>
        </p:nvSpPr>
        <p:spPr>
          <a:xfrm>
            <a:off x="6263640" y="4608575"/>
            <a:ext cx="5532120" cy="722376"/>
          </a:xfrm>
          <a:prstGeom prst="roundRect">
            <a:avLst>
              <a:gd fmla="val 10000" name="adj"/>
            </a:avLst>
          </a:prstGeom>
          <a:solidFill>
            <a:srgbClr val="FAFBFD"/>
          </a:solidFill>
          <a:ln cap="flat" cmpd="sng" w="11425">
            <a:solidFill>
              <a:srgbClr val="D5DFEA"/>
            </a:solidFill>
            <a:prstDash val="solid"/>
            <a:round/>
            <a:headEnd len="sm" w="sm" type="none"/>
            <a:tailEnd len="sm" w="sm" type="none"/>
          </a:ln>
        </p:spPr>
        <p:txBody>
          <a:bodyPr anchorCtr="0" anchor="ctr" bIns="45700" lIns="128000" spcFirstLastPara="1" rIns="109725" wrap="square" tIns="64000">
            <a:noAutofit/>
          </a:bodyPr>
          <a:lstStyle/>
          <a:p>
            <a:pPr indent="0" lvl="0" marL="0" marR="0" rtl="0" algn="l">
              <a:spcBef>
                <a:spcPts val="0"/>
              </a:spcBef>
              <a:spcAft>
                <a:spcPts val="0"/>
              </a:spcAft>
              <a:buNone/>
            </a:pPr>
            <a:r>
              <a:rPr b="1" i="0" lang="en-US" sz="1050" u="none" cap="none" strike="noStrike">
                <a:solidFill>
                  <a:srgbClr val="C0504D"/>
                </a:solidFill>
                <a:latin typeface="Arial"/>
                <a:ea typeface="Arial"/>
                <a:cs typeface="Arial"/>
                <a:sym typeface="Arial"/>
              </a:rPr>
              <a:t>GPU not available at the venue</a:t>
            </a:r>
            <a:endParaRPr/>
          </a:p>
          <a:p>
            <a:pPr indent="0" lvl="0" marL="0" marR="0" rtl="0" algn="l">
              <a:spcBef>
                <a:spcPts val="0"/>
              </a:spcBef>
              <a:spcAft>
                <a:spcPts val="0"/>
              </a:spcAft>
              <a:buNone/>
            </a:pPr>
            <a:r>
              <a:rPr b="0" i="0" lang="en-US" sz="950" u="none" cap="none" strike="noStrike">
                <a:solidFill>
                  <a:srgbClr val="1A1A1A"/>
                </a:solidFill>
                <a:latin typeface="Arial"/>
                <a:ea typeface="Arial"/>
                <a:cs typeface="Arial"/>
                <a:sym typeface="Arial"/>
              </a:rPr>
              <a:t>PDLP runs on CPU with the same code; the GPU only accelerates</a:t>
            </a:r>
            <a:endParaRPr/>
          </a:p>
        </p:txBody>
      </p:sp>
      <p:sp>
        <p:nvSpPr>
          <p:cNvPr id="167" name="Google Shape;167;p16"/>
          <p:cNvSpPr/>
          <p:nvPr/>
        </p:nvSpPr>
        <p:spPr>
          <a:xfrm>
            <a:off x="6263640" y="5381243"/>
            <a:ext cx="5532120" cy="722376"/>
          </a:xfrm>
          <a:prstGeom prst="roundRect">
            <a:avLst>
              <a:gd fmla="val 10000" name="adj"/>
            </a:avLst>
          </a:prstGeom>
          <a:solidFill>
            <a:srgbClr val="FAFBFD"/>
          </a:solidFill>
          <a:ln cap="flat" cmpd="sng" w="11425">
            <a:solidFill>
              <a:srgbClr val="D5DFEA"/>
            </a:solidFill>
            <a:prstDash val="solid"/>
            <a:round/>
            <a:headEnd len="sm" w="sm" type="none"/>
            <a:tailEnd len="sm" w="sm" type="none"/>
          </a:ln>
        </p:spPr>
        <p:txBody>
          <a:bodyPr anchorCtr="0" anchor="ctr" bIns="45700" lIns="128000" spcFirstLastPara="1" rIns="109725" wrap="square" tIns="64000">
            <a:noAutofit/>
          </a:bodyPr>
          <a:lstStyle/>
          <a:p>
            <a:pPr indent="0" lvl="0" marL="0" marR="0" rtl="0" algn="l">
              <a:spcBef>
                <a:spcPts val="0"/>
              </a:spcBef>
              <a:spcAft>
                <a:spcPts val="0"/>
              </a:spcAft>
              <a:buNone/>
            </a:pPr>
            <a:r>
              <a:rPr b="1" i="0" lang="en-US" sz="1050" u="none" cap="none" strike="noStrike">
                <a:solidFill>
                  <a:srgbClr val="C0504D"/>
                </a:solidFill>
                <a:latin typeface="Arial"/>
                <a:ea typeface="Arial"/>
                <a:cs typeface="Arial"/>
                <a:sym typeface="Arial"/>
              </a:rPr>
              <a:t>A wrong answer reported as optimal</a:t>
            </a:r>
            <a:endParaRPr/>
          </a:p>
          <a:p>
            <a:pPr indent="0" lvl="0" marL="0" marR="0" rtl="0" algn="l">
              <a:spcBef>
                <a:spcPts val="0"/>
              </a:spcBef>
              <a:spcAft>
                <a:spcPts val="0"/>
              </a:spcAft>
              <a:buNone/>
            </a:pPr>
            <a:r>
              <a:rPr b="0" i="0" lang="en-US" sz="950" u="none" cap="none" strike="noStrike">
                <a:solidFill>
                  <a:srgbClr val="1A1A1A"/>
                </a:solidFill>
                <a:latin typeface="Arial"/>
                <a:ea typeface="Arial"/>
                <a:cs typeface="Arial"/>
                <a:sym typeface="Arial"/>
              </a:rPr>
              <a:t>Independent re-solve and residual check on every benchmark instance</a:t>
            </a:r>
            <a:endParaRPr/>
          </a:p>
        </p:txBody>
      </p:sp>
      <p:sp>
        <p:nvSpPr>
          <p:cNvPr id="168" name="Google Shape;168;p16"/>
          <p:cNvSpPr txBox="1"/>
          <p:nvPr/>
        </p:nvSpPr>
        <p:spPr>
          <a:xfrm>
            <a:off x="329750" y="432725"/>
            <a:ext cx="1421700" cy="4464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n-US" sz="1700">
                <a:solidFill>
                  <a:srgbClr val="0070C0"/>
                </a:solidFill>
              </a:rPr>
              <a:t>ZeroCloud</a:t>
            </a:r>
            <a:endParaRPr b="1" sz="1700">
              <a:solidFill>
                <a:srgbClr val="0070C0"/>
              </a:solidFill>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3" name="Shape 173"/>
        <p:cNvGrpSpPr/>
        <p:nvPr/>
      </p:nvGrpSpPr>
      <p:grpSpPr>
        <a:xfrm>
          <a:off x="0" y="0"/>
          <a:ext cx="0" cy="0"/>
          <a:chOff x="0" y="0"/>
          <a:chExt cx="0" cy="0"/>
        </a:xfrm>
      </p:grpSpPr>
      <p:sp>
        <p:nvSpPr>
          <p:cNvPr id="174" name="Google Shape;174;p17"/>
          <p:cNvSpPr/>
          <p:nvPr/>
        </p:nvSpPr>
        <p:spPr>
          <a:xfrm>
            <a:off x="0" y="6354762"/>
            <a:ext cx="12191999" cy="503238"/>
          </a:xfrm>
          <a:prstGeom prst="rect">
            <a:avLst/>
          </a:prstGeom>
          <a:solidFill>
            <a:srgbClr val="0070C0"/>
          </a:solidFill>
          <a:ln>
            <a:noFill/>
          </a:ln>
          <a:effectLst>
            <a:outerShdw rotWithShape="0" dir="5400000" dist="23000">
              <a:srgbClr val="808080">
                <a:alpha val="34902"/>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chemeClr val="dk1"/>
              </a:buClr>
              <a:buSzPts val="1800"/>
              <a:buFont typeface="Calibri"/>
              <a:buNone/>
            </a:pPr>
            <a:r>
              <a:t/>
            </a:r>
            <a:endParaRPr b="0" i="0" sz="1800" u="none" cap="none" strike="noStrike">
              <a:solidFill>
                <a:srgbClr val="953734"/>
              </a:solidFill>
              <a:latin typeface="Calibri"/>
              <a:ea typeface="Calibri"/>
              <a:cs typeface="Calibri"/>
              <a:sym typeface="Calibri"/>
            </a:endParaRPr>
          </a:p>
        </p:txBody>
      </p:sp>
      <p:sp>
        <p:nvSpPr>
          <p:cNvPr id="175" name="Google Shape;175;p17"/>
          <p:cNvSpPr txBox="1"/>
          <p:nvPr>
            <p:ph type="title"/>
          </p:nvPr>
        </p:nvSpPr>
        <p:spPr>
          <a:xfrm>
            <a:off x="609600" y="-47625"/>
            <a:ext cx="10972800" cy="1143000"/>
          </a:xfrm>
          <a:prstGeom prst="rect">
            <a:avLst/>
          </a:prstGeom>
          <a:noFill/>
          <a:ln>
            <a:noFill/>
          </a:ln>
        </p:spPr>
        <p:txBody>
          <a:bodyPr anchorCtr="0" anchor="ctr" bIns="45700" lIns="91425" spcFirstLastPara="1" rIns="91425" wrap="square" tIns="45700">
            <a:noAutofit/>
          </a:bodyPr>
          <a:lstStyle/>
          <a:p>
            <a:pPr indent="0" lvl="0" marL="0" rtl="0" algn="ctr">
              <a:spcBef>
                <a:spcPts val="0"/>
              </a:spcBef>
              <a:spcAft>
                <a:spcPts val="0"/>
              </a:spcAft>
              <a:buNone/>
            </a:pPr>
            <a:r>
              <a:rPr b="1" lang="en-US" sz="3600">
                <a:latin typeface="Times New Roman"/>
                <a:ea typeface="Times New Roman"/>
                <a:cs typeface="Times New Roman"/>
                <a:sym typeface="Times New Roman"/>
              </a:rPr>
              <a:t>IMPACT AND BENEFITS</a:t>
            </a:r>
            <a:endParaRPr/>
          </a:p>
        </p:txBody>
      </p:sp>
      <p:sp>
        <p:nvSpPr>
          <p:cNvPr id="176" name="Google Shape;176;p17"/>
          <p:cNvSpPr txBox="1"/>
          <p:nvPr/>
        </p:nvSpPr>
        <p:spPr>
          <a:xfrm>
            <a:off x="411480" y="1051560"/>
            <a:ext cx="11384280" cy="457200"/>
          </a:xfrm>
          <a:prstGeom prst="rect">
            <a:avLst/>
          </a:prstGeom>
          <a:noFill/>
          <a:ln>
            <a:noFill/>
          </a:ln>
        </p:spPr>
        <p:txBody>
          <a:bodyPr anchorCtr="0" anchor="t" bIns="45700" lIns="91425" spcFirstLastPara="1" rIns="91425" wrap="square" tIns="45700">
            <a:spAutoFit/>
          </a:bodyPr>
          <a:lstStyle/>
          <a:p>
            <a:pPr indent="-342900" lvl="0" marL="342900" marR="0" rtl="0" algn="l">
              <a:lnSpc>
                <a:spcPct val="100000"/>
              </a:lnSpc>
              <a:spcBef>
                <a:spcPts val="0"/>
              </a:spcBef>
              <a:spcAft>
                <a:spcPts val="0"/>
              </a:spcAft>
              <a:buClr>
                <a:srgbClr val="555555"/>
              </a:buClr>
              <a:buSzPts val="1200"/>
              <a:buFont typeface="Arial"/>
              <a:buChar char="•"/>
            </a:pPr>
            <a:r>
              <a:rPr b="1" i="0" lang="en-US" sz="1200" u="none" cap="none" strike="noStrike">
                <a:solidFill>
                  <a:srgbClr val="555555"/>
                </a:solidFill>
                <a:latin typeface="Arial"/>
                <a:ea typeface="Arial"/>
                <a:cs typeface="Arial"/>
                <a:sym typeface="Arial"/>
              </a:rPr>
              <a:t>Every refinery plan, crude blend, schedule and dispatch decision sits on an optimisation solver. Owning that layer means owning the decision.</a:t>
            </a:r>
            <a:endParaRPr/>
          </a:p>
        </p:txBody>
      </p:sp>
      <p:sp>
        <p:nvSpPr>
          <p:cNvPr id="177" name="Google Shape;177;p17"/>
          <p:cNvSpPr txBox="1"/>
          <p:nvPr>
            <p:ph idx="12" type="sldNum"/>
          </p:nvPr>
        </p:nvSpPr>
        <p:spPr>
          <a:xfrm>
            <a:off x="8737600" y="6356353"/>
            <a:ext cx="2844800" cy="365125"/>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FFFFFF"/>
              </a:buClr>
              <a:buSzPts val="1200"/>
              <a:buFont typeface="Oswald"/>
              <a:buNone/>
            </a:pPr>
            <a:fld id="{00000000-1234-1234-1234-123412341234}" type="slidenum">
              <a:rPr b="1" i="0" lang="en-US" sz="1200" u="none" cap="none" strike="noStrike">
                <a:solidFill>
                  <a:srgbClr val="FFFFFF"/>
                </a:solidFill>
                <a:latin typeface="Oswald"/>
                <a:ea typeface="Oswald"/>
                <a:cs typeface="Oswald"/>
                <a:sym typeface="Oswald"/>
              </a:rPr>
              <a:t>‹#›</a:t>
            </a:fld>
            <a:endParaRPr b="1" i="0" sz="1200" u="none" cap="none" strike="noStrike">
              <a:solidFill>
                <a:srgbClr val="FFFFFF"/>
              </a:solidFill>
              <a:latin typeface="Oswald"/>
              <a:ea typeface="Oswald"/>
              <a:cs typeface="Oswald"/>
              <a:sym typeface="Oswald"/>
            </a:endParaRPr>
          </a:p>
        </p:txBody>
      </p:sp>
      <p:sp>
        <p:nvSpPr>
          <p:cNvPr descr="Your startup LOGO" id="178" name="Google Shape;178;p17"/>
          <p:cNvSpPr/>
          <p:nvPr/>
        </p:nvSpPr>
        <p:spPr>
          <a:xfrm>
            <a:off x="329773" y="252246"/>
            <a:ext cx="1251857" cy="807334"/>
          </a:xfrm>
          <a:prstGeom prst="ellipse">
            <a:avLst/>
          </a:prstGeom>
          <a:solidFill>
            <a:schemeClr val="lt1"/>
          </a:solidFill>
          <a:ln cap="flat" cmpd="sng" w="25400">
            <a:solidFill>
              <a:schemeClr val="accent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US" sz="1000" u="none" cap="none" strike="noStrike">
                <a:solidFill>
                  <a:srgbClr val="FFFFFF"/>
                </a:solidFill>
                <a:latin typeface="Arial"/>
                <a:ea typeface="Arial"/>
                <a:cs typeface="Arial"/>
                <a:sym typeface="Arial"/>
              </a:rPr>
              <a:t>ZeroCloud</a:t>
            </a:r>
            <a:endParaRPr b="0" i="0" sz="1800" u="none" cap="none" strike="noStrike">
              <a:solidFill>
                <a:schemeClr val="dk1"/>
              </a:solidFill>
              <a:latin typeface="Calibri"/>
              <a:ea typeface="Calibri"/>
              <a:cs typeface="Calibri"/>
              <a:sym typeface="Calibri"/>
            </a:endParaRPr>
          </a:p>
        </p:txBody>
      </p:sp>
      <p:pic>
        <p:nvPicPr>
          <p:cNvPr id="179" name="Google Shape;179;p17"/>
          <p:cNvPicPr preferRelativeResize="0"/>
          <p:nvPr/>
        </p:nvPicPr>
        <p:blipFill rotWithShape="1">
          <a:blip r:embed="rId3">
            <a:alphaModFix/>
          </a:blip>
          <a:srcRect b="0" l="0" r="0" t="0"/>
          <a:stretch/>
        </p:blipFill>
        <p:spPr>
          <a:xfrm>
            <a:off x="9780086" y="1500"/>
            <a:ext cx="2249850" cy="1062337"/>
          </a:xfrm>
          <a:prstGeom prst="rect">
            <a:avLst/>
          </a:prstGeom>
          <a:noFill/>
          <a:ln>
            <a:noFill/>
          </a:ln>
        </p:spPr>
      </p:pic>
      <p:sp>
        <p:nvSpPr>
          <p:cNvPr id="180" name="Google Shape;180;p17"/>
          <p:cNvSpPr/>
          <p:nvPr/>
        </p:nvSpPr>
        <p:spPr>
          <a:xfrm>
            <a:off x="411480" y="1691640"/>
            <a:ext cx="3611880" cy="1965960"/>
          </a:xfrm>
          <a:prstGeom prst="roundRect">
            <a:avLst>
              <a:gd fmla="val 10000" name="adj"/>
            </a:avLst>
          </a:prstGeom>
          <a:solidFill>
            <a:srgbClr val="FFFFFF"/>
          </a:solidFill>
          <a:ln cap="flat" cmpd="sng" w="16500">
            <a:solidFill>
              <a:srgbClr val="0070C0"/>
            </a:solidFill>
            <a:prstDash val="solid"/>
            <a:round/>
            <a:headEnd len="sm" w="sm" type="none"/>
            <a:tailEnd len="sm" w="sm" type="none"/>
          </a:ln>
        </p:spPr>
        <p:txBody>
          <a:bodyPr anchorCtr="0" anchor="ctr" bIns="45700" lIns="155425" spcFirstLastPara="1" rIns="137150" wrap="square" tIns="128000">
            <a:noAutofit/>
          </a:bodyPr>
          <a:lstStyle/>
          <a:p>
            <a:pPr indent="0" lvl="0" marL="0" marR="0" rtl="0" algn="l">
              <a:spcBef>
                <a:spcPts val="0"/>
              </a:spcBef>
              <a:spcAft>
                <a:spcPts val="0"/>
              </a:spcAft>
              <a:buNone/>
            </a:pPr>
            <a:r>
              <a:rPr b="1" i="0" lang="en-US" sz="1350" u="none" cap="none" strike="noStrike">
                <a:solidFill>
                  <a:srgbClr val="0070C0"/>
                </a:solidFill>
                <a:latin typeface="Arial"/>
                <a:ea typeface="Arial"/>
                <a:cs typeface="Arial"/>
                <a:sym typeface="Arial"/>
              </a:rPr>
              <a:t>Who it serves</a:t>
            </a:r>
            <a:endParaRPr/>
          </a:p>
          <a:p>
            <a:pPr indent="0" lvl="0" marL="0" marR="0" rtl="0" algn="l">
              <a:spcBef>
                <a:spcPts val="100"/>
              </a:spcBef>
              <a:spcAft>
                <a:spcPts val="0"/>
              </a:spcAft>
              <a:buNone/>
            </a:pPr>
            <a:r>
              <a:t/>
            </a:r>
            <a:endParaRPr b="1" i="0" sz="1350" u="none" cap="none" strike="noStrike">
              <a:solidFill>
                <a:srgbClr val="0070C0"/>
              </a:solidFill>
              <a:latin typeface="Arial"/>
              <a:ea typeface="Arial"/>
              <a:cs typeface="Arial"/>
              <a:sym typeface="Arial"/>
            </a:endParaRPr>
          </a:p>
          <a:p>
            <a:pPr indent="0" lvl="0" marL="0" marR="0" rtl="0" algn="l">
              <a:spcBef>
                <a:spcPts val="100"/>
              </a:spcBef>
              <a:spcAft>
                <a:spcPts val="0"/>
              </a:spcAft>
              <a:buNone/>
            </a:pPr>
            <a:r>
              <a:rPr b="0" i="0" lang="en-US" sz="1050" u="none" cap="none" strike="noStrike">
                <a:solidFill>
                  <a:srgbClr val="1A1A1A"/>
                </a:solidFill>
                <a:latin typeface="Arial"/>
                <a:ea typeface="Arial"/>
                <a:cs typeface="Arial"/>
                <a:sym typeface="Arial"/>
              </a:rPr>
              <a:t>MRPL planners and schedulers first — then every refinery, power utility and PSU that runs LP/MILP planning models today.</a:t>
            </a:r>
            <a:endParaRPr/>
          </a:p>
        </p:txBody>
      </p:sp>
      <p:sp>
        <p:nvSpPr>
          <p:cNvPr id="181" name="Google Shape;181;p17"/>
          <p:cNvSpPr/>
          <p:nvPr/>
        </p:nvSpPr>
        <p:spPr>
          <a:xfrm>
            <a:off x="4233672" y="1691640"/>
            <a:ext cx="3611880" cy="1965960"/>
          </a:xfrm>
          <a:prstGeom prst="roundRect">
            <a:avLst>
              <a:gd fmla="val 10000" name="adj"/>
            </a:avLst>
          </a:prstGeom>
          <a:solidFill>
            <a:srgbClr val="FFFFFF"/>
          </a:solidFill>
          <a:ln cap="flat" cmpd="sng" w="16500">
            <a:solidFill>
              <a:srgbClr val="0070C0"/>
            </a:solidFill>
            <a:prstDash val="solid"/>
            <a:round/>
            <a:headEnd len="sm" w="sm" type="none"/>
            <a:tailEnd len="sm" w="sm" type="none"/>
          </a:ln>
        </p:spPr>
        <p:txBody>
          <a:bodyPr anchorCtr="0" anchor="ctr" bIns="45700" lIns="155425" spcFirstLastPara="1" rIns="137150" wrap="square" tIns="128000">
            <a:noAutofit/>
          </a:bodyPr>
          <a:lstStyle/>
          <a:p>
            <a:pPr indent="0" lvl="0" marL="0" marR="0" rtl="0" algn="l">
              <a:spcBef>
                <a:spcPts val="0"/>
              </a:spcBef>
              <a:spcAft>
                <a:spcPts val="0"/>
              </a:spcAft>
              <a:buNone/>
            </a:pPr>
            <a:r>
              <a:rPr b="1" i="0" lang="en-US" sz="1350" u="none" cap="none" strike="noStrike">
                <a:solidFill>
                  <a:srgbClr val="0070C0"/>
                </a:solidFill>
                <a:latin typeface="Arial"/>
                <a:ea typeface="Arial"/>
                <a:cs typeface="Arial"/>
                <a:sym typeface="Arial"/>
              </a:rPr>
              <a:t>Operational impact</a:t>
            </a:r>
            <a:endParaRPr/>
          </a:p>
          <a:p>
            <a:pPr indent="0" lvl="0" marL="0" marR="0" rtl="0" algn="l">
              <a:spcBef>
                <a:spcPts val="100"/>
              </a:spcBef>
              <a:spcAft>
                <a:spcPts val="0"/>
              </a:spcAft>
              <a:buNone/>
            </a:pPr>
            <a:r>
              <a:t/>
            </a:r>
            <a:endParaRPr b="1" i="0" sz="1350" u="none" cap="none" strike="noStrike">
              <a:solidFill>
                <a:srgbClr val="0070C0"/>
              </a:solidFill>
              <a:latin typeface="Arial"/>
              <a:ea typeface="Arial"/>
              <a:cs typeface="Arial"/>
              <a:sym typeface="Arial"/>
            </a:endParaRPr>
          </a:p>
          <a:p>
            <a:pPr indent="0" lvl="0" marL="0" marR="0" rtl="0" algn="l">
              <a:spcBef>
                <a:spcPts val="100"/>
              </a:spcBef>
              <a:spcAft>
                <a:spcPts val="0"/>
              </a:spcAft>
              <a:buNone/>
            </a:pPr>
            <a:r>
              <a:rPr b="0" i="0" lang="en-US" sz="1050" u="none" cap="none" strike="noStrike">
                <a:solidFill>
                  <a:srgbClr val="1A1A1A"/>
                </a:solidFill>
                <a:latin typeface="Arial"/>
                <a:ea typeface="Arial"/>
                <a:cs typeface="Arial"/>
                <a:sym typeface="Arial"/>
              </a:rPr>
              <a:t>Crude selection, blending, scheduling and dispatch models solved on hardware MRPL owns, with shadow prices it can audit.</a:t>
            </a:r>
            <a:endParaRPr/>
          </a:p>
        </p:txBody>
      </p:sp>
      <p:sp>
        <p:nvSpPr>
          <p:cNvPr id="182" name="Google Shape;182;p17"/>
          <p:cNvSpPr/>
          <p:nvPr/>
        </p:nvSpPr>
        <p:spPr>
          <a:xfrm>
            <a:off x="8055863" y="1691640"/>
            <a:ext cx="3611880" cy="1965960"/>
          </a:xfrm>
          <a:prstGeom prst="roundRect">
            <a:avLst>
              <a:gd fmla="val 10000" name="adj"/>
            </a:avLst>
          </a:prstGeom>
          <a:solidFill>
            <a:srgbClr val="FFFFFF"/>
          </a:solidFill>
          <a:ln cap="flat" cmpd="sng" w="16500">
            <a:solidFill>
              <a:srgbClr val="2E7D32"/>
            </a:solidFill>
            <a:prstDash val="solid"/>
            <a:round/>
            <a:headEnd len="sm" w="sm" type="none"/>
            <a:tailEnd len="sm" w="sm" type="none"/>
          </a:ln>
        </p:spPr>
        <p:txBody>
          <a:bodyPr anchorCtr="0" anchor="ctr" bIns="45700" lIns="155425" spcFirstLastPara="1" rIns="137150" wrap="square" tIns="128000">
            <a:noAutofit/>
          </a:bodyPr>
          <a:lstStyle/>
          <a:p>
            <a:pPr indent="0" lvl="0" marL="0" marR="0" rtl="0" algn="l">
              <a:spcBef>
                <a:spcPts val="0"/>
              </a:spcBef>
              <a:spcAft>
                <a:spcPts val="0"/>
              </a:spcAft>
              <a:buNone/>
            </a:pPr>
            <a:r>
              <a:rPr b="1" i="0" lang="en-US" sz="1350" u="none" cap="none" strike="noStrike">
                <a:solidFill>
                  <a:srgbClr val="2E7D32"/>
                </a:solidFill>
                <a:latin typeface="Arial"/>
                <a:ea typeface="Arial"/>
                <a:cs typeface="Arial"/>
                <a:sym typeface="Arial"/>
              </a:rPr>
              <a:t>Economic</a:t>
            </a:r>
            <a:endParaRPr/>
          </a:p>
          <a:p>
            <a:pPr indent="0" lvl="0" marL="0" marR="0" rtl="0" algn="l">
              <a:spcBef>
                <a:spcPts val="100"/>
              </a:spcBef>
              <a:spcAft>
                <a:spcPts val="0"/>
              </a:spcAft>
              <a:buNone/>
            </a:pPr>
            <a:r>
              <a:t/>
            </a:r>
            <a:endParaRPr b="1" i="0" sz="1350" u="none" cap="none" strike="noStrike">
              <a:solidFill>
                <a:srgbClr val="2E7D32"/>
              </a:solidFill>
              <a:latin typeface="Arial"/>
              <a:ea typeface="Arial"/>
              <a:cs typeface="Arial"/>
              <a:sym typeface="Arial"/>
            </a:endParaRPr>
          </a:p>
          <a:p>
            <a:pPr indent="0" lvl="0" marL="0" marR="0" rtl="0" algn="l">
              <a:spcBef>
                <a:spcPts val="100"/>
              </a:spcBef>
              <a:spcAft>
                <a:spcPts val="0"/>
              </a:spcAft>
              <a:buNone/>
            </a:pPr>
            <a:r>
              <a:rPr b="0" i="0" lang="en-US" sz="1050" u="none" cap="none" strike="noStrike">
                <a:solidFill>
                  <a:srgbClr val="1A1A1A"/>
                </a:solidFill>
                <a:latin typeface="Arial"/>
                <a:ea typeface="Arial"/>
                <a:cs typeface="Arial"/>
                <a:sym typeface="Arial"/>
              </a:rPr>
              <a:t>No recurring solver licence (IBM lists CPLEX developer subscriptions from US$320 per user per month). Apache-2.0, no lock-in.</a:t>
            </a:r>
            <a:endParaRPr/>
          </a:p>
        </p:txBody>
      </p:sp>
      <p:sp>
        <p:nvSpPr>
          <p:cNvPr id="183" name="Google Shape;183;p17"/>
          <p:cNvSpPr/>
          <p:nvPr/>
        </p:nvSpPr>
        <p:spPr>
          <a:xfrm>
            <a:off x="411480" y="3840480"/>
            <a:ext cx="3611880" cy="1965960"/>
          </a:xfrm>
          <a:prstGeom prst="roundRect">
            <a:avLst>
              <a:gd fmla="val 10000" name="adj"/>
            </a:avLst>
          </a:prstGeom>
          <a:solidFill>
            <a:srgbClr val="FFFFFF"/>
          </a:solidFill>
          <a:ln cap="flat" cmpd="sng" w="16500">
            <a:solidFill>
              <a:srgbClr val="2E7D32"/>
            </a:solidFill>
            <a:prstDash val="solid"/>
            <a:round/>
            <a:headEnd len="sm" w="sm" type="none"/>
            <a:tailEnd len="sm" w="sm" type="none"/>
          </a:ln>
        </p:spPr>
        <p:txBody>
          <a:bodyPr anchorCtr="0" anchor="ctr" bIns="45700" lIns="155425" spcFirstLastPara="1" rIns="137150" wrap="square" tIns="128000">
            <a:noAutofit/>
          </a:bodyPr>
          <a:lstStyle/>
          <a:p>
            <a:pPr indent="0" lvl="0" marL="0" marR="0" rtl="0" algn="l">
              <a:spcBef>
                <a:spcPts val="0"/>
              </a:spcBef>
              <a:spcAft>
                <a:spcPts val="0"/>
              </a:spcAft>
              <a:buNone/>
            </a:pPr>
            <a:r>
              <a:rPr b="1" i="0" lang="en-US" sz="1350" u="none" cap="none" strike="noStrike">
                <a:solidFill>
                  <a:srgbClr val="2E7D32"/>
                </a:solidFill>
                <a:latin typeface="Arial"/>
                <a:ea typeface="Arial"/>
                <a:cs typeface="Arial"/>
                <a:sym typeface="Arial"/>
              </a:rPr>
              <a:t>Strategic / national</a:t>
            </a:r>
            <a:endParaRPr/>
          </a:p>
          <a:p>
            <a:pPr indent="0" lvl="0" marL="0" marR="0" rtl="0" algn="l">
              <a:spcBef>
                <a:spcPts val="100"/>
              </a:spcBef>
              <a:spcAft>
                <a:spcPts val="0"/>
              </a:spcAft>
              <a:buNone/>
            </a:pPr>
            <a:r>
              <a:t/>
            </a:r>
            <a:endParaRPr b="1" i="0" sz="1350" u="none" cap="none" strike="noStrike">
              <a:solidFill>
                <a:srgbClr val="2E7D32"/>
              </a:solidFill>
              <a:latin typeface="Arial"/>
              <a:ea typeface="Arial"/>
              <a:cs typeface="Arial"/>
              <a:sym typeface="Arial"/>
            </a:endParaRPr>
          </a:p>
          <a:p>
            <a:pPr indent="0" lvl="0" marL="0" marR="0" rtl="0" algn="l">
              <a:spcBef>
                <a:spcPts val="100"/>
              </a:spcBef>
              <a:spcAft>
                <a:spcPts val="0"/>
              </a:spcAft>
              <a:buNone/>
            </a:pPr>
            <a:r>
              <a:rPr b="0" i="0" lang="en-US" sz="1050" u="none" cap="none" strike="noStrike">
                <a:solidFill>
                  <a:srgbClr val="1A1A1A"/>
                </a:solidFill>
                <a:latin typeface="Arial"/>
                <a:ea typeface="Arial"/>
                <a:cs typeface="Arial"/>
                <a:sym typeface="Arial"/>
              </a:rPr>
              <a:t>The decision engine behind critical energy infrastructure becomes Indian code. China made this move with COPT.</a:t>
            </a:r>
            <a:endParaRPr/>
          </a:p>
        </p:txBody>
      </p:sp>
      <p:sp>
        <p:nvSpPr>
          <p:cNvPr id="184" name="Google Shape;184;p17"/>
          <p:cNvSpPr/>
          <p:nvPr/>
        </p:nvSpPr>
        <p:spPr>
          <a:xfrm>
            <a:off x="4233672" y="3840480"/>
            <a:ext cx="3611880" cy="1965960"/>
          </a:xfrm>
          <a:prstGeom prst="roundRect">
            <a:avLst>
              <a:gd fmla="val 10000" name="adj"/>
            </a:avLst>
          </a:prstGeom>
          <a:solidFill>
            <a:srgbClr val="FFFFFF"/>
          </a:solidFill>
          <a:ln cap="flat" cmpd="sng" w="16500">
            <a:solidFill>
              <a:srgbClr val="B46A0A"/>
            </a:solidFill>
            <a:prstDash val="solid"/>
            <a:round/>
            <a:headEnd len="sm" w="sm" type="none"/>
            <a:tailEnd len="sm" w="sm" type="none"/>
          </a:ln>
        </p:spPr>
        <p:txBody>
          <a:bodyPr anchorCtr="0" anchor="ctr" bIns="45700" lIns="155425" spcFirstLastPara="1" rIns="137150" wrap="square" tIns="128000">
            <a:noAutofit/>
          </a:bodyPr>
          <a:lstStyle/>
          <a:p>
            <a:pPr indent="0" lvl="0" marL="0" marR="0" rtl="0" algn="l">
              <a:spcBef>
                <a:spcPts val="0"/>
              </a:spcBef>
              <a:spcAft>
                <a:spcPts val="0"/>
              </a:spcAft>
              <a:buNone/>
            </a:pPr>
            <a:r>
              <a:rPr b="1" i="0" lang="en-US" sz="1350" u="none" cap="none" strike="noStrike">
                <a:solidFill>
                  <a:srgbClr val="B46A0A"/>
                </a:solidFill>
                <a:latin typeface="Arial"/>
                <a:ea typeface="Arial"/>
                <a:cs typeface="Arial"/>
                <a:sym typeface="Arial"/>
              </a:rPr>
              <a:t>Transparency</a:t>
            </a:r>
            <a:endParaRPr/>
          </a:p>
          <a:p>
            <a:pPr indent="0" lvl="0" marL="0" marR="0" rtl="0" algn="l">
              <a:spcBef>
                <a:spcPts val="100"/>
              </a:spcBef>
              <a:spcAft>
                <a:spcPts val="0"/>
              </a:spcAft>
              <a:buNone/>
            </a:pPr>
            <a:r>
              <a:t/>
            </a:r>
            <a:endParaRPr b="1" i="0" sz="1350" u="none" cap="none" strike="noStrike">
              <a:solidFill>
                <a:srgbClr val="B46A0A"/>
              </a:solidFill>
              <a:latin typeface="Arial"/>
              <a:ea typeface="Arial"/>
              <a:cs typeface="Arial"/>
              <a:sym typeface="Arial"/>
            </a:endParaRPr>
          </a:p>
          <a:p>
            <a:pPr indent="0" lvl="0" marL="0" marR="0" rtl="0" algn="l">
              <a:spcBef>
                <a:spcPts val="100"/>
              </a:spcBef>
              <a:spcAft>
                <a:spcPts val="0"/>
              </a:spcAft>
              <a:buNone/>
            </a:pPr>
            <a:r>
              <a:rPr b="0" i="0" lang="en-US" sz="1050" u="none" cap="none" strike="noStrike">
                <a:solidFill>
                  <a:srgbClr val="1A1A1A"/>
                </a:solidFill>
                <a:latin typeface="Arial"/>
                <a:ea typeface="Arial"/>
                <a:cs typeface="Arial"/>
                <a:sym typeface="Arial"/>
              </a:rPr>
              <a:t>Every pivot, factorisation and cut is inspectable; tolerances and heuristics can be tuned to Indian refinery models.</a:t>
            </a:r>
            <a:endParaRPr/>
          </a:p>
        </p:txBody>
      </p:sp>
      <p:sp>
        <p:nvSpPr>
          <p:cNvPr id="185" name="Google Shape;185;p17"/>
          <p:cNvSpPr/>
          <p:nvPr/>
        </p:nvSpPr>
        <p:spPr>
          <a:xfrm>
            <a:off x="8055863" y="3840480"/>
            <a:ext cx="3611880" cy="1965960"/>
          </a:xfrm>
          <a:prstGeom prst="roundRect">
            <a:avLst>
              <a:gd fmla="val 10000" name="adj"/>
            </a:avLst>
          </a:prstGeom>
          <a:solidFill>
            <a:srgbClr val="FFFFFF"/>
          </a:solidFill>
          <a:ln cap="flat" cmpd="sng" w="16500">
            <a:solidFill>
              <a:srgbClr val="B46A0A"/>
            </a:solidFill>
            <a:prstDash val="solid"/>
            <a:round/>
            <a:headEnd len="sm" w="sm" type="none"/>
            <a:tailEnd len="sm" w="sm" type="none"/>
          </a:ln>
        </p:spPr>
        <p:txBody>
          <a:bodyPr anchorCtr="0" anchor="ctr" bIns="45700" lIns="155425" spcFirstLastPara="1" rIns="137150" wrap="square" tIns="128000">
            <a:noAutofit/>
          </a:bodyPr>
          <a:lstStyle/>
          <a:p>
            <a:pPr indent="0" lvl="0" marL="0" marR="0" rtl="0" algn="l">
              <a:spcBef>
                <a:spcPts val="0"/>
              </a:spcBef>
              <a:spcAft>
                <a:spcPts val="0"/>
              </a:spcAft>
              <a:buNone/>
            </a:pPr>
            <a:r>
              <a:rPr b="1" i="0" lang="en-US" sz="1350" u="none" cap="none" strike="noStrike">
                <a:solidFill>
                  <a:srgbClr val="B46A0A"/>
                </a:solidFill>
                <a:latin typeface="Arial"/>
                <a:ea typeface="Arial"/>
                <a:cs typeface="Arial"/>
                <a:sym typeface="Arial"/>
              </a:rPr>
              <a:t>Scalable by design</a:t>
            </a:r>
            <a:endParaRPr/>
          </a:p>
          <a:p>
            <a:pPr indent="0" lvl="0" marL="0" marR="0" rtl="0" algn="l">
              <a:spcBef>
                <a:spcPts val="100"/>
              </a:spcBef>
              <a:spcAft>
                <a:spcPts val="0"/>
              </a:spcAft>
              <a:buNone/>
            </a:pPr>
            <a:r>
              <a:t/>
            </a:r>
            <a:endParaRPr b="1" i="0" sz="1350" u="none" cap="none" strike="noStrike">
              <a:solidFill>
                <a:srgbClr val="B46A0A"/>
              </a:solidFill>
              <a:latin typeface="Arial"/>
              <a:ea typeface="Arial"/>
              <a:cs typeface="Arial"/>
              <a:sym typeface="Arial"/>
            </a:endParaRPr>
          </a:p>
          <a:p>
            <a:pPr indent="0" lvl="0" marL="0" marR="0" rtl="0" algn="l">
              <a:spcBef>
                <a:spcPts val="100"/>
              </a:spcBef>
              <a:spcAft>
                <a:spcPts val="0"/>
              </a:spcAft>
              <a:buNone/>
            </a:pPr>
            <a:r>
              <a:rPr b="0" i="0" lang="en-US" sz="1050" u="none" cap="none" strike="noStrike">
                <a:solidFill>
                  <a:srgbClr val="1A1A1A"/>
                </a:solidFill>
                <a:latin typeface="Arial"/>
                <a:ea typeface="Arial"/>
                <a:cs typeface="Arial"/>
                <a:sym typeface="Arial"/>
              </a:rPr>
              <a:t>The GPU engine needs only matrix–vector products, so large planning LPs speed up as GPUs improve.</a:t>
            </a:r>
            <a:endParaRPr/>
          </a:p>
        </p:txBody>
      </p:sp>
      <p:sp>
        <p:nvSpPr>
          <p:cNvPr id="186" name="Google Shape;186;p17"/>
          <p:cNvSpPr txBox="1"/>
          <p:nvPr/>
        </p:nvSpPr>
        <p:spPr>
          <a:xfrm>
            <a:off x="329750" y="432725"/>
            <a:ext cx="1421700" cy="4464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n-US" sz="1700">
                <a:solidFill>
                  <a:srgbClr val="0070C0"/>
                </a:solidFill>
              </a:rPr>
              <a:t>ZeroCloud</a:t>
            </a:r>
            <a:endParaRPr b="1" sz="1700">
              <a:solidFill>
                <a:srgbClr val="0070C0"/>
              </a:solidFill>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1" name="Shape 191"/>
        <p:cNvGrpSpPr/>
        <p:nvPr/>
      </p:nvGrpSpPr>
      <p:grpSpPr>
        <a:xfrm>
          <a:off x="0" y="0"/>
          <a:ext cx="0" cy="0"/>
          <a:chOff x="0" y="0"/>
          <a:chExt cx="0" cy="0"/>
        </a:xfrm>
      </p:grpSpPr>
      <p:sp>
        <p:nvSpPr>
          <p:cNvPr id="192" name="Google Shape;192;p18"/>
          <p:cNvSpPr/>
          <p:nvPr/>
        </p:nvSpPr>
        <p:spPr>
          <a:xfrm>
            <a:off x="0" y="6354762"/>
            <a:ext cx="12191999" cy="503238"/>
          </a:xfrm>
          <a:prstGeom prst="rect">
            <a:avLst/>
          </a:prstGeom>
          <a:solidFill>
            <a:srgbClr val="0070C0"/>
          </a:solidFill>
          <a:ln>
            <a:noFill/>
          </a:ln>
          <a:effectLst>
            <a:outerShdw rotWithShape="0" dir="5400000" dist="23000">
              <a:srgbClr val="808080">
                <a:alpha val="34902"/>
              </a:srgbClr>
            </a:outerShdw>
          </a:effectLst>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chemeClr val="dk1"/>
              </a:buClr>
              <a:buSzPts val="1800"/>
              <a:buFont typeface="Calibri"/>
              <a:buNone/>
            </a:pPr>
            <a:r>
              <a:t/>
            </a:r>
            <a:endParaRPr b="0" i="0" sz="1800" u="none" cap="none" strike="noStrike">
              <a:solidFill>
                <a:srgbClr val="953734"/>
              </a:solidFill>
              <a:latin typeface="Calibri"/>
              <a:ea typeface="Calibri"/>
              <a:cs typeface="Calibri"/>
              <a:sym typeface="Calibri"/>
            </a:endParaRPr>
          </a:p>
        </p:txBody>
      </p:sp>
      <p:sp>
        <p:nvSpPr>
          <p:cNvPr id="193" name="Google Shape;193;p18"/>
          <p:cNvSpPr txBox="1"/>
          <p:nvPr>
            <p:ph type="title"/>
          </p:nvPr>
        </p:nvSpPr>
        <p:spPr>
          <a:xfrm>
            <a:off x="609600" y="-47625"/>
            <a:ext cx="10972800" cy="1143000"/>
          </a:xfrm>
          <a:prstGeom prst="rect">
            <a:avLst/>
          </a:prstGeom>
          <a:noFill/>
          <a:ln>
            <a:noFill/>
          </a:ln>
        </p:spPr>
        <p:txBody>
          <a:bodyPr anchorCtr="0" anchor="ctr" bIns="45700" lIns="91425" spcFirstLastPara="1" rIns="91425" wrap="square" tIns="45700">
            <a:noAutofit/>
          </a:bodyPr>
          <a:lstStyle/>
          <a:p>
            <a:pPr indent="0" lvl="0" marL="0" rtl="0" algn="ctr">
              <a:spcBef>
                <a:spcPts val="0"/>
              </a:spcBef>
              <a:spcAft>
                <a:spcPts val="0"/>
              </a:spcAft>
              <a:buNone/>
            </a:pPr>
            <a:r>
              <a:rPr b="1" lang="en-US" sz="3600">
                <a:latin typeface="Times New Roman"/>
                <a:ea typeface="Times New Roman"/>
                <a:cs typeface="Times New Roman"/>
                <a:sym typeface="Times New Roman"/>
              </a:rPr>
              <a:t>RESEARCH  AND REFERENCES</a:t>
            </a:r>
            <a:endParaRPr/>
          </a:p>
        </p:txBody>
      </p:sp>
      <p:sp>
        <p:nvSpPr>
          <p:cNvPr id="194" name="Google Shape;194;p18"/>
          <p:cNvSpPr txBox="1"/>
          <p:nvPr/>
        </p:nvSpPr>
        <p:spPr>
          <a:xfrm>
            <a:off x="411480" y="1024128"/>
            <a:ext cx="11338560" cy="384048"/>
          </a:xfrm>
          <a:prstGeom prst="rect">
            <a:avLst/>
          </a:prstGeom>
          <a:noFill/>
          <a:ln>
            <a:noFill/>
          </a:ln>
        </p:spPr>
        <p:txBody>
          <a:bodyPr anchorCtr="0" anchor="t" bIns="45700" lIns="91425" spcFirstLastPara="1" rIns="91425" wrap="square" tIns="45700">
            <a:spAutoFit/>
          </a:bodyPr>
          <a:lstStyle/>
          <a:p>
            <a:pPr indent="-342900" lvl="0" marL="342900" marR="0" rtl="0" algn="l">
              <a:lnSpc>
                <a:spcPct val="100000"/>
              </a:lnSpc>
              <a:spcBef>
                <a:spcPts val="0"/>
              </a:spcBef>
              <a:spcAft>
                <a:spcPts val="0"/>
              </a:spcAft>
              <a:buClr>
                <a:srgbClr val="555555"/>
              </a:buClr>
              <a:buSzPts val="1250"/>
              <a:buFont typeface="Arial"/>
              <a:buChar char="•"/>
            </a:pPr>
            <a:r>
              <a:rPr b="1" i="0" lang="en-US" sz="1250" u="none" cap="none" strike="noStrike">
                <a:solidFill>
                  <a:srgbClr val="555555"/>
                </a:solidFill>
                <a:latin typeface="Arial"/>
                <a:ea typeface="Arial"/>
                <a:cs typeface="Arial"/>
                <a:sym typeface="Arial"/>
              </a:rPr>
              <a:t>Base papers anchor the engines; the rest map one-to-one onto the layers above.</a:t>
            </a:r>
            <a:endParaRPr b="0" i="0" sz="2800" u="none" cap="none" strike="noStrike">
              <a:solidFill>
                <a:srgbClr val="000000"/>
              </a:solidFill>
              <a:latin typeface="Arial"/>
              <a:ea typeface="Arial"/>
              <a:cs typeface="Arial"/>
              <a:sym typeface="Arial"/>
            </a:endParaRPr>
          </a:p>
        </p:txBody>
      </p:sp>
      <p:sp>
        <p:nvSpPr>
          <p:cNvPr id="195" name="Google Shape;195;p18"/>
          <p:cNvSpPr txBox="1"/>
          <p:nvPr>
            <p:ph idx="12" type="sldNum"/>
          </p:nvPr>
        </p:nvSpPr>
        <p:spPr>
          <a:xfrm>
            <a:off x="8737600" y="6356353"/>
            <a:ext cx="2844800" cy="365125"/>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FFFFFF"/>
              </a:buClr>
              <a:buSzPts val="1200"/>
              <a:buFont typeface="Oswald"/>
              <a:buNone/>
            </a:pPr>
            <a:fld id="{00000000-1234-1234-1234-123412341234}" type="slidenum">
              <a:rPr b="1" i="0" lang="en-US" sz="1200" u="none" cap="none" strike="noStrike">
                <a:solidFill>
                  <a:srgbClr val="FFFFFF"/>
                </a:solidFill>
                <a:latin typeface="Oswald"/>
                <a:ea typeface="Oswald"/>
                <a:cs typeface="Oswald"/>
                <a:sym typeface="Oswald"/>
              </a:rPr>
              <a:t>‹#›</a:t>
            </a:fld>
            <a:endParaRPr b="1" i="0" sz="1200" u="none" cap="none" strike="noStrike">
              <a:solidFill>
                <a:srgbClr val="FFFFFF"/>
              </a:solidFill>
              <a:latin typeface="Oswald"/>
              <a:ea typeface="Oswald"/>
              <a:cs typeface="Oswald"/>
              <a:sym typeface="Oswald"/>
            </a:endParaRPr>
          </a:p>
        </p:txBody>
      </p:sp>
      <p:sp>
        <p:nvSpPr>
          <p:cNvPr descr="Your startup LOGO" id="196" name="Google Shape;196;p18"/>
          <p:cNvSpPr/>
          <p:nvPr/>
        </p:nvSpPr>
        <p:spPr>
          <a:xfrm>
            <a:off x="329773" y="252246"/>
            <a:ext cx="1251857" cy="807334"/>
          </a:xfrm>
          <a:prstGeom prst="ellipse">
            <a:avLst/>
          </a:prstGeom>
          <a:solidFill>
            <a:schemeClr val="lt1"/>
          </a:solidFill>
          <a:ln cap="flat" cmpd="sng" w="25400">
            <a:solidFill>
              <a:schemeClr val="accent4"/>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US" sz="1000" u="none" cap="none" strike="noStrike">
                <a:solidFill>
                  <a:srgbClr val="FFFFFF"/>
                </a:solidFill>
                <a:latin typeface="Arial"/>
                <a:ea typeface="Arial"/>
                <a:cs typeface="Arial"/>
                <a:sym typeface="Arial"/>
              </a:rPr>
              <a:t>ZeroCloud</a:t>
            </a:r>
            <a:endParaRPr b="0" i="0" sz="1800" u="none" cap="none" strike="noStrike">
              <a:solidFill>
                <a:schemeClr val="dk1"/>
              </a:solidFill>
              <a:latin typeface="Calibri"/>
              <a:ea typeface="Calibri"/>
              <a:cs typeface="Calibri"/>
              <a:sym typeface="Calibri"/>
            </a:endParaRPr>
          </a:p>
        </p:txBody>
      </p:sp>
      <p:pic>
        <p:nvPicPr>
          <p:cNvPr id="197" name="Google Shape;197;p18"/>
          <p:cNvPicPr preferRelativeResize="0"/>
          <p:nvPr/>
        </p:nvPicPr>
        <p:blipFill rotWithShape="1">
          <a:blip r:embed="rId3">
            <a:alphaModFix/>
          </a:blip>
          <a:srcRect b="0" l="0" r="0" t="0"/>
          <a:stretch/>
        </p:blipFill>
        <p:spPr>
          <a:xfrm>
            <a:off x="9780086" y="1500"/>
            <a:ext cx="2249850" cy="1062337"/>
          </a:xfrm>
          <a:prstGeom prst="rect">
            <a:avLst/>
          </a:prstGeom>
          <a:noFill/>
          <a:ln>
            <a:noFill/>
          </a:ln>
        </p:spPr>
      </p:pic>
      <p:sp>
        <p:nvSpPr>
          <p:cNvPr id="198" name="Google Shape;198;p18"/>
          <p:cNvSpPr/>
          <p:nvPr/>
        </p:nvSpPr>
        <p:spPr>
          <a:xfrm>
            <a:off x="411480" y="1481328"/>
            <a:ext cx="5532120" cy="1234440"/>
          </a:xfrm>
          <a:prstGeom prst="roundRect">
            <a:avLst>
              <a:gd fmla="val 10000" name="adj"/>
            </a:avLst>
          </a:prstGeom>
          <a:solidFill>
            <a:srgbClr val="E8F1FA"/>
          </a:solidFill>
          <a:ln cap="flat" cmpd="sng" w="17775">
            <a:solidFill>
              <a:srgbClr val="0070C0"/>
            </a:solidFill>
            <a:prstDash val="solid"/>
            <a:round/>
            <a:headEnd len="sm" w="sm" type="none"/>
            <a:tailEnd len="sm" w="sm" type="none"/>
          </a:ln>
        </p:spPr>
        <p:txBody>
          <a:bodyPr anchorCtr="0" anchor="ctr" bIns="45700" lIns="182875" spcFirstLastPara="1" rIns="91425" wrap="square" tIns="109725">
            <a:noAutofit/>
          </a:bodyPr>
          <a:lstStyle/>
          <a:p>
            <a:pPr indent="0" lvl="0" marL="0" marR="0" rtl="0" algn="l">
              <a:spcBef>
                <a:spcPts val="0"/>
              </a:spcBef>
              <a:spcAft>
                <a:spcPts val="0"/>
              </a:spcAft>
              <a:buNone/>
            </a:pPr>
            <a:r>
              <a:rPr b="1" i="0" lang="en-US" sz="1000" u="none" cap="none" strike="noStrike">
                <a:solidFill>
                  <a:srgbClr val="0070C0"/>
                </a:solidFill>
                <a:latin typeface="Arial"/>
                <a:ea typeface="Arial"/>
                <a:cs typeface="Arial"/>
                <a:sym typeface="Arial"/>
              </a:rPr>
              <a:t>BASE PAPER</a:t>
            </a:r>
            <a:endParaRPr/>
          </a:p>
          <a:p>
            <a:pPr indent="0" lvl="0" marL="0" marR="0" rtl="0" algn="l">
              <a:spcBef>
                <a:spcPts val="100"/>
              </a:spcBef>
              <a:spcAft>
                <a:spcPts val="0"/>
              </a:spcAft>
              <a:buNone/>
            </a:pPr>
            <a:r>
              <a:rPr b="1" i="0" lang="en-US" sz="1250" u="none" cap="none" strike="noStrike">
                <a:solidFill>
                  <a:srgbClr val="1F497D"/>
                </a:solidFill>
                <a:latin typeface="Arial"/>
                <a:ea typeface="Arial"/>
                <a:cs typeface="Arial"/>
                <a:sym typeface="Arial"/>
              </a:rPr>
              <a:t>On the Implementation of a Primal-Dual Interior Point Method</a:t>
            </a:r>
            <a:endParaRPr/>
          </a:p>
          <a:p>
            <a:pPr indent="0" lvl="0" marL="0" marR="0" rtl="0" algn="l">
              <a:spcBef>
                <a:spcPts val="100"/>
              </a:spcBef>
              <a:spcAft>
                <a:spcPts val="0"/>
              </a:spcAft>
              <a:buNone/>
            </a:pPr>
            <a:r>
              <a:rPr b="0" i="0" lang="en-US" sz="1000" u="none" cap="none" strike="noStrike">
                <a:solidFill>
                  <a:srgbClr val="555555"/>
                </a:solidFill>
                <a:latin typeface="Arial"/>
                <a:ea typeface="Arial"/>
                <a:cs typeface="Arial"/>
                <a:sym typeface="Arial"/>
              </a:rPr>
              <a:t>Mehrotra, SIAM J. Optimization 2(4), 1992  ·  doi:10.1137/0802028</a:t>
            </a:r>
            <a:endParaRPr/>
          </a:p>
          <a:p>
            <a:pPr indent="0" lvl="0" marL="0" marR="0" rtl="0" algn="l">
              <a:spcBef>
                <a:spcPts val="100"/>
              </a:spcBef>
              <a:spcAft>
                <a:spcPts val="0"/>
              </a:spcAft>
              <a:buNone/>
            </a:pPr>
            <a:r>
              <a:rPr b="0" i="0" lang="en-US" sz="1000" u="none" cap="none" strike="noStrike">
                <a:solidFill>
                  <a:srgbClr val="1A1A1A"/>
                </a:solidFill>
                <a:latin typeface="Arial"/>
                <a:ea typeface="Arial"/>
                <a:cs typeface="Arial"/>
                <a:sym typeface="Arial"/>
              </a:rPr>
              <a:t>Our interior-point LP and QP engines follow its predictor-corrector.</a:t>
            </a:r>
            <a:endParaRPr/>
          </a:p>
        </p:txBody>
      </p:sp>
      <p:sp>
        <p:nvSpPr>
          <p:cNvPr id="199" name="Google Shape;199;p18"/>
          <p:cNvSpPr/>
          <p:nvPr/>
        </p:nvSpPr>
        <p:spPr>
          <a:xfrm>
            <a:off x="6309360" y="1481328"/>
            <a:ext cx="5486400" cy="1234440"/>
          </a:xfrm>
          <a:prstGeom prst="roundRect">
            <a:avLst>
              <a:gd fmla="val 10000" name="adj"/>
            </a:avLst>
          </a:prstGeom>
          <a:solidFill>
            <a:srgbClr val="F7F9FC"/>
          </a:solidFill>
          <a:ln cap="flat" cmpd="sng" w="13950">
            <a:solidFill>
              <a:srgbClr val="C8D6E6"/>
            </a:solidFill>
            <a:prstDash val="solid"/>
            <a:round/>
            <a:headEnd len="sm" w="sm" type="none"/>
            <a:tailEnd len="sm" w="sm" type="none"/>
          </a:ln>
        </p:spPr>
        <p:txBody>
          <a:bodyPr anchorCtr="0" anchor="ctr" bIns="45700" lIns="182875" spcFirstLastPara="1" rIns="91425" wrap="square" tIns="109725">
            <a:noAutofit/>
          </a:bodyPr>
          <a:lstStyle/>
          <a:p>
            <a:pPr indent="0" lvl="0" marL="0" marR="0" rtl="0" algn="l">
              <a:spcBef>
                <a:spcPts val="0"/>
              </a:spcBef>
              <a:spcAft>
                <a:spcPts val="0"/>
              </a:spcAft>
              <a:buNone/>
            </a:pPr>
            <a:r>
              <a:rPr b="1" i="0" lang="en-US" sz="1000" u="none" cap="none" strike="noStrike">
                <a:solidFill>
                  <a:srgbClr val="555555"/>
                </a:solidFill>
                <a:latin typeface="Arial"/>
                <a:ea typeface="Arial"/>
                <a:cs typeface="Arial"/>
                <a:sym typeface="Arial"/>
              </a:rPr>
              <a:t>GPU PRECEDENT</a:t>
            </a:r>
            <a:endParaRPr/>
          </a:p>
          <a:p>
            <a:pPr indent="0" lvl="0" marL="0" marR="0" rtl="0" algn="l">
              <a:spcBef>
                <a:spcPts val="100"/>
              </a:spcBef>
              <a:spcAft>
                <a:spcPts val="0"/>
              </a:spcAft>
              <a:buNone/>
            </a:pPr>
            <a:r>
              <a:rPr b="1" i="0" lang="en-US" sz="1250" u="none" cap="none" strike="noStrike">
                <a:solidFill>
                  <a:srgbClr val="1F497D"/>
                </a:solidFill>
                <a:latin typeface="Arial"/>
                <a:ea typeface="Arial"/>
                <a:cs typeface="Arial"/>
                <a:sym typeface="Arial"/>
              </a:rPr>
              <a:t>cuPDLP: restarted primal-dual hybrid gradient on the GPU</a:t>
            </a:r>
            <a:endParaRPr/>
          </a:p>
          <a:p>
            <a:pPr indent="0" lvl="0" marL="0" marR="0" rtl="0" algn="l">
              <a:spcBef>
                <a:spcPts val="100"/>
              </a:spcBef>
              <a:spcAft>
                <a:spcPts val="0"/>
              </a:spcAft>
              <a:buNone/>
            </a:pPr>
            <a:r>
              <a:rPr b="0" i="0" lang="en-US" sz="1000" u="none" cap="none" strike="noStrike">
                <a:solidFill>
                  <a:srgbClr val="555555"/>
                </a:solidFill>
                <a:latin typeface="Arial"/>
                <a:ea typeface="Arial"/>
                <a:cs typeface="Arial"/>
                <a:sym typeface="Arial"/>
              </a:rPr>
              <a:t>Lu &amp; Yang, Operations Research 73, 2025  ·  doi:10.1287/opre.2024.1069</a:t>
            </a:r>
            <a:endParaRPr/>
          </a:p>
          <a:p>
            <a:pPr indent="0" lvl="0" marL="0" marR="0" rtl="0" algn="l">
              <a:spcBef>
                <a:spcPts val="100"/>
              </a:spcBef>
              <a:spcAft>
                <a:spcPts val="0"/>
              </a:spcAft>
              <a:buNone/>
            </a:pPr>
            <a:r>
              <a:rPr b="0" i="0" lang="en-US" sz="1000" u="none" cap="none" strike="noStrike">
                <a:solidFill>
                  <a:srgbClr val="1A1A1A"/>
                </a:solidFill>
                <a:latin typeface="Arial"/>
                <a:ea typeface="Arial"/>
                <a:cs typeface="Arial"/>
                <a:sym typeface="Arial"/>
              </a:rPr>
              <a:t>Shows first-order LP on GPUs wins at scale; basis of our PDLP engine.</a:t>
            </a:r>
            <a:endParaRPr/>
          </a:p>
        </p:txBody>
      </p:sp>
      <p:sp>
        <p:nvSpPr>
          <p:cNvPr id="200" name="Google Shape;200;p18"/>
          <p:cNvSpPr/>
          <p:nvPr/>
        </p:nvSpPr>
        <p:spPr>
          <a:xfrm>
            <a:off x="411480" y="2880360"/>
            <a:ext cx="5486400" cy="658368"/>
          </a:xfrm>
          <a:prstGeom prst="roundRect">
            <a:avLst>
              <a:gd fmla="val 10000" name="adj"/>
            </a:avLst>
          </a:prstGeom>
          <a:solidFill>
            <a:srgbClr val="FFFFFF"/>
          </a:solidFill>
          <a:ln cap="flat" cmpd="sng" w="11425">
            <a:solidFill>
              <a:srgbClr val="D5DFEA"/>
            </a:solidFill>
            <a:prstDash val="solid"/>
            <a:round/>
            <a:headEnd len="sm" w="sm" type="none"/>
            <a:tailEnd len="sm" w="sm" type="none"/>
          </a:ln>
        </p:spPr>
        <p:txBody>
          <a:bodyPr anchorCtr="0" anchor="ctr" bIns="45700" lIns="137150" spcFirstLastPara="1" rIns="91425" wrap="square" tIns="54850">
            <a:noAutofit/>
          </a:bodyPr>
          <a:lstStyle/>
          <a:p>
            <a:pPr indent="0" lvl="0" marL="0" marR="0" rtl="0" algn="l">
              <a:spcBef>
                <a:spcPts val="0"/>
              </a:spcBef>
              <a:spcAft>
                <a:spcPts val="0"/>
              </a:spcAft>
              <a:buNone/>
            </a:pPr>
            <a:r>
              <a:rPr b="1" i="0" lang="en-US" sz="950" u="none" cap="none" strike="noStrike">
                <a:solidFill>
                  <a:srgbClr val="0070C0"/>
                </a:solidFill>
                <a:latin typeface="Arial"/>
                <a:ea typeface="Arial"/>
                <a:cs typeface="Arial"/>
                <a:sym typeface="Arial"/>
              </a:rPr>
              <a:t>Dual simplex</a:t>
            </a:r>
            <a:endParaRPr/>
          </a:p>
          <a:p>
            <a:pPr indent="0" lvl="0" marL="0" marR="0" rtl="0" algn="l">
              <a:spcBef>
                <a:spcPts val="0"/>
              </a:spcBef>
              <a:spcAft>
                <a:spcPts val="0"/>
              </a:spcAft>
              <a:buNone/>
            </a:pPr>
            <a:r>
              <a:rPr b="0" i="0" lang="en-US" sz="1000" u="none" cap="none" strike="noStrike">
                <a:solidFill>
                  <a:srgbClr val="1A1A1A"/>
                </a:solidFill>
                <a:latin typeface="Arial"/>
                <a:ea typeface="Arial"/>
                <a:cs typeface="Arial"/>
                <a:sym typeface="Arial"/>
              </a:rPr>
              <a:t>Koberstein, PhD thesis 2005   ·   Forrest &amp; Goldfarb, Math. Prog. 57, 1992</a:t>
            </a:r>
            <a:endParaRPr/>
          </a:p>
        </p:txBody>
      </p:sp>
      <p:sp>
        <p:nvSpPr>
          <p:cNvPr id="201" name="Google Shape;201;p18"/>
          <p:cNvSpPr/>
          <p:nvPr/>
        </p:nvSpPr>
        <p:spPr>
          <a:xfrm>
            <a:off x="6309360" y="2880360"/>
            <a:ext cx="5486400" cy="658368"/>
          </a:xfrm>
          <a:prstGeom prst="roundRect">
            <a:avLst>
              <a:gd fmla="val 10000" name="adj"/>
            </a:avLst>
          </a:prstGeom>
          <a:solidFill>
            <a:srgbClr val="FFFFFF"/>
          </a:solidFill>
          <a:ln cap="flat" cmpd="sng" w="11425">
            <a:solidFill>
              <a:srgbClr val="D5DFEA"/>
            </a:solidFill>
            <a:prstDash val="solid"/>
            <a:round/>
            <a:headEnd len="sm" w="sm" type="none"/>
            <a:tailEnd len="sm" w="sm" type="none"/>
          </a:ln>
        </p:spPr>
        <p:txBody>
          <a:bodyPr anchorCtr="0" anchor="ctr" bIns="45700" lIns="137150" spcFirstLastPara="1" rIns="91425" wrap="square" tIns="54850">
            <a:noAutofit/>
          </a:bodyPr>
          <a:lstStyle/>
          <a:p>
            <a:pPr indent="0" lvl="0" marL="0" marR="0" rtl="0" algn="l">
              <a:spcBef>
                <a:spcPts val="0"/>
              </a:spcBef>
              <a:spcAft>
                <a:spcPts val="0"/>
              </a:spcAft>
              <a:buNone/>
            </a:pPr>
            <a:r>
              <a:rPr b="1" i="0" lang="en-US" sz="950" u="none" cap="none" strike="noStrike">
                <a:solidFill>
                  <a:srgbClr val="0070C0"/>
                </a:solidFill>
                <a:latin typeface="Arial"/>
                <a:ea typeface="Arial"/>
                <a:cs typeface="Arial"/>
                <a:sym typeface="Arial"/>
              </a:rPr>
              <a:t>Ratio tests</a:t>
            </a:r>
            <a:endParaRPr/>
          </a:p>
          <a:p>
            <a:pPr indent="0" lvl="0" marL="0" marR="0" rtl="0" algn="l">
              <a:spcBef>
                <a:spcPts val="0"/>
              </a:spcBef>
              <a:spcAft>
                <a:spcPts val="0"/>
              </a:spcAft>
              <a:buNone/>
            </a:pPr>
            <a:r>
              <a:rPr b="0" i="0" lang="en-US" sz="1000" u="none" cap="none" strike="noStrike">
                <a:solidFill>
                  <a:srgbClr val="1A1A1A"/>
                </a:solidFill>
                <a:latin typeface="Arial"/>
                <a:ea typeface="Arial"/>
                <a:cs typeface="Arial"/>
                <a:sym typeface="Arial"/>
              </a:rPr>
              <a:t>Harris, Math. Prog. 5, 1973   ·   Maros, EJOR 149, 2003</a:t>
            </a:r>
            <a:endParaRPr/>
          </a:p>
        </p:txBody>
      </p:sp>
      <p:sp>
        <p:nvSpPr>
          <p:cNvPr id="202" name="Google Shape;202;p18"/>
          <p:cNvSpPr/>
          <p:nvPr/>
        </p:nvSpPr>
        <p:spPr>
          <a:xfrm>
            <a:off x="411480" y="3639312"/>
            <a:ext cx="5486400" cy="658368"/>
          </a:xfrm>
          <a:prstGeom prst="roundRect">
            <a:avLst>
              <a:gd fmla="val 10000" name="adj"/>
            </a:avLst>
          </a:prstGeom>
          <a:solidFill>
            <a:srgbClr val="FFFFFF"/>
          </a:solidFill>
          <a:ln cap="flat" cmpd="sng" w="11425">
            <a:solidFill>
              <a:srgbClr val="D5DFEA"/>
            </a:solidFill>
            <a:prstDash val="solid"/>
            <a:round/>
            <a:headEnd len="sm" w="sm" type="none"/>
            <a:tailEnd len="sm" w="sm" type="none"/>
          </a:ln>
        </p:spPr>
        <p:txBody>
          <a:bodyPr anchorCtr="0" anchor="ctr" bIns="45700" lIns="137150" spcFirstLastPara="1" rIns="91425" wrap="square" tIns="54850">
            <a:noAutofit/>
          </a:bodyPr>
          <a:lstStyle/>
          <a:p>
            <a:pPr indent="0" lvl="0" marL="0" marR="0" rtl="0" algn="l">
              <a:spcBef>
                <a:spcPts val="0"/>
              </a:spcBef>
              <a:spcAft>
                <a:spcPts val="0"/>
              </a:spcAft>
              <a:buNone/>
            </a:pPr>
            <a:r>
              <a:rPr b="1" i="0" lang="en-US" sz="950" u="none" cap="none" strike="noStrike">
                <a:solidFill>
                  <a:srgbClr val="0070C0"/>
                </a:solidFill>
                <a:latin typeface="Arial"/>
                <a:ea typeface="Arial"/>
                <a:cs typeface="Arial"/>
                <a:sym typeface="Arial"/>
              </a:rPr>
              <a:t>Sparse LU</a:t>
            </a:r>
            <a:endParaRPr/>
          </a:p>
          <a:p>
            <a:pPr indent="0" lvl="0" marL="0" marR="0" rtl="0" algn="l">
              <a:spcBef>
                <a:spcPts val="0"/>
              </a:spcBef>
              <a:spcAft>
                <a:spcPts val="0"/>
              </a:spcAft>
              <a:buNone/>
            </a:pPr>
            <a:r>
              <a:rPr b="0" i="0" lang="en-US" sz="1000" u="none" cap="none" strike="noStrike">
                <a:solidFill>
                  <a:srgbClr val="1A1A1A"/>
                </a:solidFill>
                <a:latin typeface="Arial"/>
                <a:ea typeface="Arial"/>
                <a:cs typeface="Arial"/>
                <a:sym typeface="Arial"/>
              </a:rPr>
              <a:t>Gilbert &amp; Peierls, SISSC 1988   ·   Suhl &amp; Suhl, ORSA JoC 2, 1990</a:t>
            </a:r>
            <a:endParaRPr/>
          </a:p>
        </p:txBody>
      </p:sp>
      <p:sp>
        <p:nvSpPr>
          <p:cNvPr id="203" name="Google Shape;203;p18"/>
          <p:cNvSpPr/>
          <p:nvPr/>
        </p:nvSpPr>
        <p:spPr>
          <a:xfrm>
            <a:off x="6309360" y="3639312"/>
            <a:ext cx="5486400" cy="658368"/>
          </a:xfrm>
          <a:prstGeom prst="roundRect">
            <a:avLst>
              <a:gd fmla="val 10000" name="adj"/>
            </a:avLst>
          </a:prstGeom>
          <a:solidFill>
            <a:srgbClr val="FFFFFF"/>
          </a:solidFill>
          <a:ln cap="flat" cmpd="sng" w="11425">
            <a:solidFill>
              <a:srgbClr val="D5DFEA"/>
            </a:solidFill>
            <a:prstDash val="solid"/>
            <a:round/>
            <a:headEnd len="sm" w="sm" type="none"/>
            <a:tailEnd len="sm" w="sm" type="none"/>
          </a:ln>
        </p:spPr>
        <p:txBody>
          <a:bodyPr anchorCtr="0" anchor="ctr" bIns="45700" lIns="137150" spcFirstLastPara="1" rIns="91425" wrap="square" tIns="54850">
            <a:noAutofit/>
          </a:bodyPr>
          <a:lstStyle/>
          <a:p>
            <a:pPr indent="0" lvl="0" marL="0" marR="0" rtl="0" algn="l">
              <a:spcBef>
                <a:spcPts val="0"/>
              </a:spcBef>
              <a:spcAft>
                <a:spcPts val="0"/>
              </a:spcAft>
              <a:buNone/>
            </a:pPr>
            <a:r>
              <a:rPr b="1" i="0" lang="en-US" sz="950" u="none" cap="none" strike="noStrike">
                <a:solidFill>
                  <a:srgbClr val="0070C0"/>
                </a:solidFill>
                <a:latin typeface="Arial"/>
                <a:ea typeface="Arial"/>
                <a:cs typeface="Arial"/>
                <a:sym typeface="Arial"/>
              </a:rPr>
              <a:t>PDLP</a:t>
            </a:r>
            <a:endParaRPr/>
          </a:p>
          <a:p>
            <a:pPr indent="0" lvl="0" marL="0" marR="0" rtl="0" algn="l">
              <a:spcBef>
                <a:spcPts val="0"/>
              </a:spcBef>
              <a:spcAft>
                <a:spcPts val="0"/>
              </a:spcAft>
              <a:buNone/>
            </a:pPr>
            <a:r>
              <a:rPr b="0" i="0" lang="en-US" sz="1000" u="none" cap="none" strike="noStrike">
                <a:solidFill>
                  <a:srgbClr val="1A1A1A"/>
                </a:solidFill>
                <a:latin typeface="Arial"/>
                <a:ea typeface="Arial"/>
                <a:cs typeface="Arial"/>
                <a:sym typeface="Arial"/>
              </a:rPr>
              <a:t>Applegate et al., NeurIPS 2021   ·   arXiv:2106.04756</a:t>
            </a:r>
            <a:endParaRPr/>
          </a:p>
        </p:txBody>
      </p:sp>
      <p:sp>
        <p:nvSpPr>
          <p:cNvPr id="204" name="Google Shape;204;p18"/>
          <p:cNvSpPr/>
          <p:nvPr/>
        </p:nvSpPr>
        <p:spPr>
          <a:xfrm>
            <a:off x="411480" y="4398264"/>
            <a:ext cx="5486400" cy="658368"/>
          </a:xfrm>
          <a:prstGeom prst="roundRect">
            <a:avLst>
              <a:gd fmla="val 10000" name="adj"/>
            </a:avLst>
          </a:prstGeom>
          <a:solidFill>
            <a:srgbClr val="FFFFFF"/>
          </a:solidFill>
          <a:ln cap="flat" cmpd="sng" w="11425">
            <a:solidFill>
              <a:srgbClr val="D5DFEA"/>
            </a:solidFill>
            <a:prstDash val="solid"/>
            <a:round/>
            <a:headEnd len="sm" w="sm" type="none"/>
            <a:tailEnd len="sm" w="sm" type="none"/>
          </a:ln>
        </p:spPr>
        <p:txBody>
          <a:bodyPr anchorCtr="0" anchor="ctr" bIns="45700" lIns="137150" spcFirstLastPara="1" rIns="91425" wrap="square" tIns="54850">
            <a:noAutofit/>
          </a:bodyPr>
          <a:lstStyle/>
          <a:p>
            <a:pPr indent="0" lvl="0" marL="0" marR="0" rtl="0" algn="l">
              <a:spcBef>
                <a:spcPts val="0"/>
              </a:spcBef>
              <a:spcAft>
                <a:spcPts val="0"/>
              </a:spcAft>
              <a:buNone/>
            </a:pPr>
            <a:r>
              <a:rPr b="1" i="0" lang="en-US" sz="950" u="none" cap="none" strike="noStrike">
                <a:solidFill>
                  <a:srgbClr val="0070C0"/>
                </a:solidFill>
                <a:latin typeface="Arial"/>
                <a:ea typeface="Arial"/>
                <a:cs typeface="Arial"/>
                <a:sym typeface="Arial"/>
              </a:rPr>
              <a:t>MILP branching</a:t>
            </a:r>
            <a:endParaRPr/>
          </a:p>
          <a:p>
            <a:pPr indent="0" lvl="0" marL="0" marR="0" rtl="0" algn="l">
              <a:spcBef>
                <a:spcPts val="0"/>
              </a:spcBef>
              <a:spcAft>
                <a:spcPts val="0"/>
              </a:spcAft>
              <a:buNone/>
            </a:pPr>
            <a:r>
              <a:rPr b="0" i="0" lang="en-US" sz="1000" u="none" cap="none" strike="noStrike">
                <a:solidFill>
                  <a:srgbClr val="1A1A1A"/>
                </a:solidFill>
                <a:latin typeface="Arial"/>
                <a:ea typeface="Arial"/>
                <a:cs typeface="Arial"/>
                <a:sym typeface="Arial"/>
              </a:rPr>
              <a:t>Achterberg, Koch &amp; Martin, Oper. Res. Letters 33, 2005</a:t>
            </a:r>
            <a:endParaRPr/>
          </a:p>
        </p:txBody>
      </p:sp>
      <p:sp>
        <p:nvSpPr>
          <p:cNvPr id="205" name="Google Shape;205;p18"/>
          <p:cNvSpPr/>
          <p:nvPr/>
        </p:nvSpPr>
        <p:spPr>
          <a:xfrm>
            <a:off x="6309360" y="4398264"/>
            <a:ext cx="5486400" cy="658368"/>
          </a:xfrm>
          <a:prstGeom prst="roundRect">
            <a:avLst>
              <a:gd fmla="val 10000" name="adj"/>
            </a:avLst>
          </a:prstGeom>
          <a:solidFill>
            <a:srgbClr val="FFFFFF"/>
          </a:solidFill>
          <a:ln cap="flat" cmpd="sng" w="11425">
            <a:solidFill>
              <a:srgbClr val="D5DFEA"/>
            </a:solidFill>
            <a:prstDash val="solid"/>
            <a:round/>
            <a:headEnd len="sm" w="sm" type="none"/>
            <a:tailEnd len="sm" w="sm" type="none"/>
          </a:ln>
        </p:spPr>
        <p:txBody>
          <a:bodyPr anchorCtr="0" anchor="ctr" bIns="45700" lIns="137150" spcFirstLastPara="1" rIns="91425" wrap="square" tIns="54850">
            <a:noAutofit/>
          </a:bodyPr>
          <a:lstStyle/>
          <a:p>
            <a:pPr indent="0" lvl="0" marL="0" marR="0" rtl="0" algn="l">
              <a:spcBef>
                <a:spcPts val="0"/>
              </a:spcBef>
              <a:spcAft>
                <a:spcPts val="0"/>
              </a:spcAft>
              <a:buNone/>
            </a:pPr>
            <a:r>
              <a:rPr b="1" i="0" lang="en-US" sz="950" u="none" cap="none" strike="noStrike">
                <a:solidFill>
                  <a:srgbClr val="0070C0"/>
                </a:solidFill>
                <a:latin typeface="Arial"/>
                <a:ea typeface="Arial"/>
                <a:cs typeface="Arial"/>
                <a:sym typeface="Arial"/>
              </a:rPr>
              <a:t>Cutting planes</a:t>
            </a:r>
            <a:endParaRPr/>
          </a:p>
          <a:p>
            <a:pPr indent="0" lvl="0" marL="0" marR="0" rtl="0" algn="l">
              <a:spcBef>
                <a:spcPts val="0"/>
              </a:spcBef>
              <a:spcAft>
                <a:spcPts val="0"/>
              </a:spcAft>
              <a:buNone/>
            </a:pPr>
            <a:r>
              <a:rPr b="0" i="0" lang="en-US" sz="1000" u="none" cap="none" strike="noStrike">
                <a:solidFill>
                  <a:srgbClr val="1A1A1A"/>
                </a:solidFill>
                <a:latin typeface="Arial"/>
                <a:ea typeface="Arial"/>
                <a:cs typeface="Arial"/>
                <a:sym typeface="Arial"/>
              </a:rPr>
              <a:t>Balas, Ceria, Cornuéjols &amp; Natraj, Oper. Res. Letters 19, 1996</a:t>
            </a:r>
            <a:endParaRPr/>
          </a:p>
        </p:txBody>
      </p:sp>
      <p:sp>
        <p:nvSpPr>
          <p:cNvPr id="206" name="Google Shape;206;p18"/>
          <p:cNvSpPr/>
          <p:nvPr/>
        </p:nvSpPr>
        <p:spPr>
          <a:xfrm>
            <a:off x="411480" y="5157216"/>
            <a:ext cx="5486400" cy="658368"/>
          </a:xfrm>
          <a:prstGeom prst="roundRect">
            <a:avLst>
              <a:gd fmla="val 10000" name="adj"/>
            </a:avLst>
          </a:prstGeom>
          <a:solidFill>
            <a:srgbClr val="FFFFFF"/>
          </a:solidFill>
          <a:ln cap="flat" cmpd="sng" w="11425">
            <a:solidFill>
              <a:srgbClr val="D5DFEA"/>
            </a:solidFill>
            <a:prstDash val="solid"/>
            <a:round/>
            <a:headEnd len="sm" w="sm" type="none"/>
            <a:tailEnd len="sm" w="sm" type="none"/>
          </a:ln>
        </p:spPr>
        <p:txBody>
          <a:bodyPr anchorCtr="0" anchor="ctr" bIns="45700" lIns="137150" spcFirstLastPara="1" rIns="91425" wrap="square" tIns="54850">
            <a:noAutofit/>
          </a:bodyPr>
          <a:lstStyle/>
          <a:p>
            <a:pPr indent="0" lvl="0" marL="0" marR="0" rtl="0" algn="l">
              <a:spcBef>
                <a:spcPts val="0"/>
              </a:spcBef>
              <a:spcAft>
                <a:spcPts val="0"/>
              </a:spcAft>
              <a:buNone/>
            </a:pPr>
            <a:r>
              <a:rPr b="1" i="0" lang="en-US" sz="950" u="none" cap="none" strike="noStrike">
                <a:solidFill>
                  <a:srgbClr val="0070C0"/>
                </a:solidFill>
                <a:latin typeface="Arial"/>
                <a:ea typeface="Arial"/>
                <a:cs typeface="Arial"/>
                <a:sym typeface="Arial"/>
              </a:rPr>
              <a:t>Presolve</a:t>
            </a:r>
            <a:endParaRPr/>
          </a:p>
          <a:p>
            <a:pPr indent="0" lvl="0" marL="0" marR="0" rtl="0" algn="l">
              <a:spcBef>
                <a:spcPts val="0"/>
              </a:spcBef>
              <a:spcAft>
                <a:spcPts val="0"/>
              </a:spcAft>
              <a:buNone/>
            </a:pPr>
            <a:r>
              <a:rPr b="0" i="0" lang="en-US" sz="1000" u="none" cap="none" strike="noStrike">
                <a:solidFill>
                  <a:srgbClr val="1A1A1A"/>
                </a:solidFill>
                <a:latin typeface="Arial"/>
                <a:ea typeface="Arial"/>
                <a:cs typeface="Arial"/>
                <a:sym typeface="Arial"/>
              </a:rPr>
              <a:t>Andersen &amp; Andersen, Math. Prog. 71, 1995</a:t>
            </a:r>
            <a:endParaRPr/>
          </a:p>
        </p:txBody>
      </p:sp>
      <p:sp>
        <p:nvSpPr>
          <p:cNvPr id="207" name="Google Shape;207;p18"/>
          <p:cNvSpPr/>
          <p:nvPr/>
        </p:nvSpPr>
        <p:spPr>
          <a:xfrm>
            <a:off x="6309360" y="5157216"/>
            <a:ext cx="5486400" cy="658368"/>
          </a:xfrm>
          <a:prstGeom prst="roundRect">
            <a:avLst>
              <a:gd fmla="val 10000" name="adj"/>
            </a:avLst>
          </a:prstGeom>
          <a:solidFill>
            <a:srgbClr val="FFFFFF"/>
          </a:solidFill>
          <a:ln cap="flat" cmpd="sng" w="11425">
            <a:solidFill>
              <a:srgbClr val="D5DFEA"/>
            </a:solidFill>
            <a:prstDash val="solid"/>
            <a:round/>
            <a:headEnd len="sm" w="sm" type="none"/>
            <a:tailEnd len="sm" w="sm" type="none"/>
          </a:ln>
        </p:spPr>
        <p:txBody>
          <a:bodyPr anchorCtr="0" anchor="ctr" bIns="45700" lIns="137150" spcFirstLastPara="1" rIns="91425" wrap="square" tIns="54850">
            <a:noAutofit/>
          </a:bodyPr>
          <a:lstStyle/>
          <a:p>
            <a:pPr indent="0" lvl="0" marL="0" marR="0" rtl="0" algn="l">
              <a:spcBef>
                <a:spcPts val="0"/>
              </a:spcBef>
              <a:spcAft>
                <a:spcPts val="0"/>
              </a:spcAft>
              <a:buNone/>
            </a:pPr>
            <a:r>
              <a:rPr b="1" i="0" lang="en-US" sz="950" u="none" cap="none" strike="noStrike">
                <a:solidFill>
                  <a:srgbClr val="0070C0"/>
                </a:solidFill>
                <a:latin typeface="Arial"/>
                <a:ea typeface="Arial"/>
                <a:cs typeface="Arial"/>
                <a:sym typeface="Arial"/>
              </a:rPr>
              <a:t>Quasi-definite LDLᵀ (QP)</a:t>
            </a:r>
            <a:endParaRPr/>
          </a:p>
          <a:p>
            <a:pPr indent="0" lvl="0" marL="0" marR="0" rtl="0" algn="l">
              <a:spcBef>
                <a:spcPts val="0"/>
              </a:spcBef>
              <a:spcAft>
                <a:spcPts val="0"/>
              </a:spcAft>
              <a:buNone/>
            </a:pPr>
            <a:r>
              <a:rPr b="0" i="0" lang="en-US" sz="1000" u="none" cap="none" strike="noStrike">
                <a:solidFill>
                  <a:srgbClr val="1A1A1A"/>
                </a:solidFill>
                <a:latin typeface="Arial"/>
                <a:ea typeface="Arial"/>
                <a:cs typeface="Arial"/>
                <a:sym typeface="Arial"/>
              </a:rPr>
              <a:t>Vanderbei, SIAM J. Optim. 5, 1995   ·   Friedlander &amp; Orban, 2012</a:t>
            </a:r>
            <a:endParaRPr/>
          </a:p>
        </p:txBody>
      </p:sp>
      <p:sp>
        <p:nvSpPr>
          <p:cNvPr id="208" name="Google Shape;208;p18"/>
          <p:cNvSpPr txBox="1"/>
          <p:nvPr/>
        </p:nvSpPr>
        <p:spPr>
          <a:xfrm>
            <a:off x="411480" y="5989320"/>
            <a:ext cx="11338560" cy="32004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900" u="none" cap="none" strike="noStrike">
                <a:solidFill>
                  <a:srgbClr val="555555"/>
                </a:solidFill>
                <a:latin typeface="Arial"/>
                <a:ea typeface="Arial"/>
                <a:cs typeface="Arial"/>
                <a:sym typeface="Arial"/>
              </a:rPr>
              <a:t>Benchmarks: Netlib (Koch, ORL 32, 2004) · MIPLIB (Gleixner et al., MPC 13, 2021) · Maros &amp; Mészáros, OMS 11, 1999 · HiGHS and Clarabel are used only as references in testing, never inside the solver.</a:t>
            </a:r>
            <a:endParaRPr/>
          </a:p>
        </p:txBody>
      </p:sp>
      <p:sp>
        <p:nvSpPr>
          <p:cNvPr id="209" name="Google Shape;209;p18"/>
          <p:cNvSpPr txBox="1"/>
          <p:nvPr/>
        </p:nvSpPr>
        <p:spPr>
          <a:xfrm>
            <a:off x="329750" y="432725"/>
            <a:ext cx="1421700" cy="4464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n-US" sz="1700">
                <a:solidFill>
                  <a:srgbClr val="0070C0"/>
                </a:solidFill>
              </a:rPr>
              <a:t>ZeroCloud</a:t>
            </a:r>
            <a:endParaRPr b="1" sz="1700">
              <a:solidFill>
                <a:srgbClr val="0070C0"/>
              </a:solidFill>
            </a:endParaRPr>
          </a:p>
        </p:txBody>
      </p:sp>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